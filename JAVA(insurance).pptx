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79" r:id="rId5"/>
    <p:sldId id="264" r:id="rId6"/>
    <p:sldId id="270" r:id="rId7"/>
    <p:sldId id="269" r:id="rId8"/>
    <p:sldId id="280" r:id="rId9"/>
    <p:sldId id="281" r:id="rId10"/>
    <p:sldId id="282" r:id="rId11"/>
    <p:sldId id="283" r:id="rId12"/>
    <p:sldId id="284" r:id="rId13"/>
    <p:sldId id="285" r:id="rId14"/>
    <p:sldId id="286" r:id="rId15"/>
  </p:sldIdLst>
  <p:sldSz cx="9753600" cy="7315200"/>
  <p:notesSz cx="9753600" cy="7315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F7333C-6E02-45E6-9273-404A448AAD91}" v="102" dt="2026-02-26T16:14:14.63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32" autoAdjust="0"/>
    <p:restoredTop sz="94660"/>
  </p:normalViewPr>
  <p:slideViewPr>
    <p:cSldViewPr>
      <p:cViewPr varScale="1">
        <p:scale>
          <a:sx n="73" d="100"/>
          <a:sy n="73" d="100"/>
        </p:scale>
        <p:origin x="1368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sh Pandey" userId="9b153052a30ecff0" providerId="LiveId" clId="{6536926A-8020-4415-B8C3-328E53A7DC1E}"/>
    <pc:docChg chg="undo redo custSel addSld delSld modSld sldOrd">
      <pc:chgData name="Priyansh Pandey" userId="9b153052a30ecff0" providerId="LiveId" clId="{6536926A-8020-4415-B8C3-328E53A7DC1E}" dt="2026-02-26T16:15:36.479" v="2788" actId="404"/>
      <pc:docMkLst>
        <pc:docMk/>
      </pc:docMkLst>
      <pc:sldChg chg="addSp delSp modSp mod">
        <pc:chgData name="Priyansh Pandey" userId="9b153052a30ecff0" providerId="LiveId" clId="{6536926A-8020-4415-B8C3-328E53A7DC1E}" dt="2026-02-26T15:10:24.109" v="2215" actId="404"/>
        <pc:sldMkLst>
          <pc:docMk/>
          <pc:sldMk cId="0" sldId="256"/>
        </pc:sldMkLst>
        <pc:spChg chg="mod">
          <ac:chgData name="Priyansh Pandey" userId="9b153052a30ecff0" providerId="LiveId" clId="{6536926A-8020-4415-B8C3-328E53A7DC1E}" dt="2026-02-13T14:04:29.928" v="1256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Priyansh Pandey" userId="9b153052a30ecff0" providerId="LiveId" clId="{6536926A-8020-4415-B8C3-328E53A7DC1E}" dt="2026-02-26T15:09:02.237" v="2193"/>
          <ac:spMkLst>
            <pc:docMk/>
            <pc:sldMk cId="0" sldId="256"/>
            <ac:spMk id="3" creationId="{00000000-0000-0000-0000-000000000000}"/>
          </ac:spMkLst>
        </pc:spChg>
        <pc:spChg chg="mod">
          <ac:chgData name="Priyansh Pandey" userId="9b153052a30ecff0" providerId="LiveId" clId="{6536926A-8020-4415-B8C3-328E53A7DC1E}" dt="2026-02-26T15:10:24.109" v="2215" actId="404"/>
          <ac:spMkLst>
            <pc:docMk/>
            <pc:sldMk cId="0" sldId="256"/>
            <ac:spMk id="4" creationId="{00000000-0000-0000-0000-000000000000}"/>
          </ac:spMkLst>
        </pc:spChg>
        <pc:spChg chg="mod">
          <ac:chgData name="Priyansh Pandey" userId="9b153052a30ecff0" providerId="LiveId" clId="{6536926A-8020-4415-B8C3-328E53A7DC1E}" dt="2026-02-26T15:07:41.140" v="2163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Priyansh Pandey" userId="9b153052a30ecff0" providerId="LiveId" clId="{6536926A-8020-4415-B8C3-328E53A7DC1E}" dt="2026-02-13T14:04:29.928" v="1256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Priyansh Pandey" userId="9b153052a30ecff0" providerId="LiveId" clId="{6536926A-8020-4415-B8C3-328E53A7DC1E}" dt="2026-02-13T14:04:29.928" v="1256" actId="1076"/>
          <ac:spMkLst>
            <pc:docMk/>
            <pc:sldMk cId="0" sldId="256"/>
            <ac:spMk id="7" creationId="{00000000-0000-0000-0000-000000000000}"/>
          </ac:spMkLst>
        </pc:spChg>
        <pc:graphicFrameChg chg="add mod modGraphic">
          <ac:chgData name="Priyansh Pandey" userId="9b153052a30ecff0" providerId="LiveId" clId="{6536926A-8020-4415-B8C3-328E53A7DC1E}" dt="2026-02-26T15:07:46.724" v="2164" actId="1076"/>
          <ac:graphicFrameMkLst>
            <pc:docMk/>
            <pc:sldMk cId="0" sldId="256"/>
            <ac:graphicFrameMk id="10" creationId="{EB65F1F2-F30E-1F61-6DD1-99A225096770}"/>
          </ac:graphicFrameMkLst>
        </pc:graphicFrameChg>
        <pc:picChg chg="mod">
          <ac:chgData name="Priyansh Pandey" userId="9b153052a30ecff0" providerId="LiveId" clId="{6536926A-8020-4415-B8C3-328E53A7DC1E}" dt="2026-02-13T14:04:29.928" v="1256" actId="1076"/>
          <ac:picMkLst>
            <pc:docMk/>
            <pc:sldMk cId="0" sldId="256"/>
            <ac:picMk id="8" creationId="{00000000-0000-0000-0000-000000000000}"/>
          </ac:picMkLst>
        </pc:picChg>
      </pc:sldChg>
      <pc:sldChg chg="modSp add del mod">
        <pc:chgData name="Priyansh Pandey" userId="9b153052a30ecff0" providerId="LiveId" clId="{6536926A-8020-4415-B8C3-328E53A7DC1E}" dt="2026-02-26T15:14:41.875" v="2286" actId="1076"/>
        <pc:sldMkLst>
          <pc:docMk/>
          <pc:sldMk cId="0" sldId="257"/>
        </pc:sldMkLst>
        <pc:spChg chg="mod">
          <ac:chgData name="Priyansh Pandey" userId="9b153052a30ecff0" providerId="LiveId" clId="{6536926A-8020-4415-B8C3-328E53A7DC1E}" dt="2026-02-26T15:14:41.875" v="2286" actId="1076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 ord">
        <pc:chgData name="Priyansh Pandey" userId="9b153052a30ecff0" providerId="LiveId" clId="{6536926A-8020-4415-B8C3-328E53A7DC1E}" dt="2026-02-26T16:15:07.829" v="2787" actId="12"/>
        <pc:sldMkLst>
          <pc:docMk/>
          <pc:sldMk cId="0" sldId="258"/>
        </pc:sldMkLst>
        <pc:spChg chg="del">
          <ac:chgData name="Priyansh Pandey" userId="9b153052a30ecff0" providerId="LiveId" clId="{6536926A-8020-4415-B8C3-328E53A7DC1E}" dt="2026-02-26T16:13:49.401" v="2775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Priyansh Pandey" userId="9b153052a30ecff0" providerId="LiveId" clId="{6536926A-8020-4415-B8C3-328E53A7DC1E}" dt="2026-02-26T16:13:43.716" v="2773" actId="1076"/>
          <ac:spMkLst>
            <pc:docMk/>
            <pc:sldMk cId="0" sldId="258"/>
            <ac:spMk id="5" creationId="{00000000-0000-0000-0000-000000000000}"/>
          </ac:spMkLst>
        </pc:spChg>
        <pc:spChg chg="add mod">
          <ac:chgData name="Priyansh Pandey" userId="9b153052a30ecff0" providerId="LiveId" clId="{6536926A-8020-4415-B8C3-328E53A7DC1E}" dt="2026-02-26T16:15:07.829" v="2787" actId="12"/>
          <ac:spMkLst>
            <pc:docMk/>
            <pc:sldMk cId="0" sldId="258"/>
            <ac:spMk id="7" creationId="{EBD37E17-6785-BB01-AE93-403CC02DB85B}"/>
          </ac:spMkLst>
        </pc:spChg>
      </pc:sldChg>
      <pc:sldChg chg="addSp delSp modSp del mod">
        <pc:chgData name="Priyansh Pandey" userId="9b153052a30ecff0" providerId="LiveId" clId="{6536926A-8020-4415-B8C3-328E53A7DC1E}" dt="2026-02-26T15:42:32.425" v="2525" actId="47"/>
        <pc:sldMkLst>
          <pc:docMk/>
          <pc:sldMk cId="0" sldId="259"/>
        </pc:sldMkLst>
      </pc:sldChg>
      <pc:sldChg chg="del">
        <pc:chgData name="Priyansh Pandey" userId="9b153052a30ecff0" providerId="LiveId" clId="{6536926A-8020-4415-B8C3-328E53A7DC1E}" dt="2026-02-26T15:42:30.682" v="2523" actId="47"/>
        <pc:sldMkLst>
          <pc:docMk/>
          <pc:sldMk cId="4253180153" sldId="263"/>
        </pc:sldMkLst>
      </pc:sldChg>
      <pc:sldChg chg="addSp delSp modSp mod ord">
        <pc:chgData name="Priyansh Pandey" userId="9b153052a30ecff0" providerId="LiveId" clId="{6536926A-8020-4415-B8C3-328E53A7DC1E}" dt="2026-02-26T15:31:40.963" v="2449" actId="1076"/>
        <pc:sldMkLst>
          <pc:docMk/>
          <pc:sldMk cId="1977726220" sldId="264"/>
        </pc:sldMkLst>
        <pc:spChg chg="mod">
          <ac:chgData name="Priyansh Pandey" userId="9b153052a30ecff0" providerId="LiveId" clId="{6536926A-8020-4415-B8C3-328E53A7DC1E}" dt="2026-02-26T15:30:03.964" v="2433" actId="1076"/>
          <ac:spMkLst>
            <pc:docMk/>
            <pc:sldMk cId="1977726220" sldId="264"/>
            <ac:spMk id="2" creationId="{CA14B643-DAC2-627E-A728-15052995E91D}"/>
          </ac:spMkLst>
        </pc:spChg>
        <pc:spChg chg="add mod">
          <ac:chgData name="Priyansh Pandey" userId="9b153052a30ecff0" providerId="LiveId" clId="{6536926A-8020-4415-B8C3-328E53A7DC1E}" dt="2026-02-26T15:31:40.963" v="2449" actId="1076"/>
          <ac:spMkLst>
            <pc:docMk/>
            <pc:sldMk cId="1977726220" sldId="264"/>
            <ac:spMk id="6" creationId="{D2BA322F-610C-2279-B279-B9613DA19928}"/>
          </ac:spMkLst>
        </pc:spChg>
      </pc:sldChg>
      <pc:sldChg chg="addSp modSp del mod">
        <pc:chgData name="Priyansh Pandey" userId="9b153052a30ecff0" providerId="LiveId" clId="{6536926A-8020-4415-B8C3-328E53A7DC1E}" dt="2026-02-26T15:42:25.509" v="2518" actId="47"/>
        <pc:sldMkLst>
          <pc:docMk/>
          <pc:sldMk cId="310560617" sldId="265"/>
        </pc:sldMkLst>
      </pc:sldChg>
      <pc:sldChg chg="add del">
        <pc:chgData name="Priyansh Pandey" userId="9b153052a30ecff0" providerId="LiveId" clId="{6536926A-8020-4415-B8C3-328E53A7DC1E}" dt="2026-02-26T15:42:24.424" v="2517" actId="47"/>
        <pc:sldMkLst>
          <pc:docMk/>
          <pc:sldMk cId="1900338593" sldId="266"/>
        </pc:sldMkLst>
      </pc:sldChg>
      <pc:sldChg chg="addSp delSp modSp del mod">
        <pc:chgData name="Priyansh Pandey" userId="9b153052a30ecff0" providerId="LiveId" clId="{6536926A-8020-4415-B8C3-328E53A7DC1E}" dt="2026-02-26T15:42:31.503" v="2524" actId="47"/>
        <pc:sldMkLst>
          <pc:docMk/>
          <pc:sldMk cId="1610559375" sldId="267"/>
        </pc:sldMkLst>
      </pc:sldChg>
      <pc:sldChg chg="modSp add del mod">
        <pc:chgData name="Priyansh Pandey" userId="9b153052a30ecff0" providerId="LiveId" clId="{6536926A-8020-4415-B8C3-328E53A7DC1E}" dt="2026-02-26T16:15:36.479" v="2788" actId="404"/>
        <pc:sldMkLst>
          <pc:docMk/>
          <pc:sldMk cId="3032912601" sldId="269"/>
        </pc:sldMkLst>
        <pc:spChg chg="mod">
          <ac:chgData name="Priyansh Pandey" userId="9b153052a30ecff0" providerId="LiveId" clId="{6536926A-8020-4415-B8C3-328E53A7DC1E}" dt="2026-02-26T15:39:41.931" v="2495" actId="1076"/>
          <ac:spMkLst>
            <pc:docMk/>
            <pc:sldMk cId="3032912601" sldId="269"/>
            <ac:spMk id="2" creationId="{51CEF36B-38C4-ABCF-352E-FCEE4D5950CC}"/>
          </ac:spMkLst>
        </pc:spChg>
        <pc:spChg chg="mod">
          <ac:chgData name="Priyansh Pandey" userId="9b153052a30ecff0" providerId="LiveId" clId="{6536926A-8020-4415-B8C3-328E53A7DC1E}" dt="2026-02-26T16:15:36.479" v="2788" actId="404"/>
          <ac:spMkLst>
            <pc:docMk/>
            <pc:sldMk cId="3032912601" sldId="269"/>
            <ac:spMk id="3" creationId="{32512C56-89ED-A87D-7F80-354727064F4D}"/>
          </ac:spMkLst>
        </pc:spChg>
      </pc:sldChg>
      <pc:sldChg chg="modSp mod">
        <pc:chgData name="Priyansh Pandey" userId="9b153052a30ecff0" providerId="LiveId" clId="{6536926A-8020-4415-B8C3-328E53A7DC1E}" dt="2026-02-26T15:38:32.214" v="2491" actId="20577"/>
        <pc:sldMkLst>
          <pc:docMk/>
          <pc:sldMk cId="910106973" sldId="270"/>
        </pc:sldMkLst>
        <pc:spChg chg="mod">
          <ac:chgData name="Priyansh Pandey" userId="9b153052a30ecff0" providerId="LiveId" clId="{6536926A-8020-4415-B8C3-328E53A7DC1E}" dt="2026-02-26T15:33:02.620" v="2452" actId="1076"/>
          <ac:spMkLst>
            <pc:docMk/>
            <pc:sldMk cId="910106973" sldId="270"/>
            <ac:spMk id="2" creationId="{0F1BE731-B793-6299-3C5E-E0D1821D7452}"/>
          </ac:spMkLst>
        </pc:spChg>
        <pc:spChg chg="mod">
          <ac:chgData name="Priyansh Pandey" userId="9b153052a30ecff0" providerId="LiveId" clId="{6536926A-8020-4415-B8C3-328E53A7DC1E}" dt="2026-02-26T15:38:32.214" v="2491" actId="20577"/>
          <ac:spMkLst>
            <pc:docMk/>
            <pc:sldMk cId="910106973" sldId="270"/>
            <ac:spMk id="3" creationId="{3E61271E-4006-C041-5437-95BB314B929B}"/>
          </ac:spMkLst>
        </pc:spChg>
      </pc:sldChg>
      <pc:sldChg chg="addSp delSp modSp add del mod ord">
        <pc:chgData name="Priyansh Pandey" userId="9b153052a30ecff0" providerId="LiveId" clId="{6536926A-8020-4415-B8C3-328E53A7DC1E}" dt="2026-02-26T15:12:32.182" v="2218" actId="47"/>
        <pc:sldMkLst>
          <pc:docMk/>
          <pc:sldMk cId="1678540585" sldId="271"/>
        </pc:sldMkLst>
      </pc:sldChg>
      <pc:sldChg chg="delSp modSp new del mod">
        <pc:chgData name="Priyansh Pandey" userId="9b153052a30ecff0" providerId="LiveId" clId="{6536926A-8020-4415-B8C3-328E53A7DC1E}" dt="2026-02-26T15:42:00.730" v="2514" actId="47"/>
        <pc:sldMkLst>
          <pc:docMk/>
          <pc:sldMk cId="1871759919" sldId="272"/>
        </pc:sldMkLst>
      </pc:sldChg>
      <pc:sldChg chg="addSp delSp modSp new del mod">
        <pc:chgData name="Priyansh Pandey" userId="9b153052a30ecff0" providerId="LiveId" clId="{6536926A-8020-4415-B8C3-328E53A7DC1E}" dt="2026-02-26T15:32:54.631" v="2450" actId="47"/>
        <pc:sldMkLst>
          <pc:docMk/>
          <pc:sldMk cId="1983763980" sldId="273"/>
        </pc:sldMkLst>
      </pc:sldChg>
      <pc:sldChg chg="addSp delSp modSp add del mod">
        <pc:chgData name="Priyansh Pandey" userId="9b153052a30ecff0" providerId="LiveId" clId="{6536926A-8020-4415-B8C3-328E53A7DC1E}" dt="2026-02-26T15:42:29.820" v="2522" actId="47"/>
        <pc:sldMkLst>
          <pc:docMk/>
          <pc:sldMk cId="2886845599" sldId="276"/>
        </pc:sldMkLst>
      </pc:sldChg>
      <pc:sldChg chg="addSp delSp modSp add del mod">
        <pc:chgData name="Priyansh Pandey" userId="9b153052a30ecff0" providerId="LiveId" clId="{6536926A-8020-4415-B8C3-328E53A7DC1E}" dt="2026-02-26T15:42:27.481" v="2520" actId="47"/>
        <pc:sldMkLst>
          <pc:docMk/>
          <pc:sldMk cId="3357894865" sldId="277"/>
        </pc:sldMkLst>
      </pc:sldChg>
      <pc:sldChg chg="addSp delSp modSp add del mod">
        <pc:chgData name="Priyansh Pandey" userId="9b153052a30ecff0" providerId="LiveId" clId="{6536926A-8020-4415-B8C3-328E53A7DC1E}" dt="2026-02-26T15:42:26.618" v="2519" actId="47"/>
        <pc:sldMkLst>
          <pc:docMk/>
          <pc:sldMk cId="414023043" sldId="278"/>
        </pc:sldMkLst>
      </pc:sldChg>
      <pc:sldChg chg="addSp delSp modSp add mod">
        <pc:chgData name="Priyansh Pandey" userId="9b153052a30ecff0" providerId="LiveId" clId="{6536926A-8020-4415-B8C3-328E53A7DC1E}" dt="2026-02-26T16:14:56.233" v="2786" actId="12"/>
        <pc:sldMkLst>
          <pc:docMk/>
          <pc:sldMk cId="806309304" sldId="279"/>
        </pc:sldMkLst>
        <pc:spChg chg="add mod">
          <ac:chgData name="Priyansh Pandey" userId="9b153052a30ecff0" providerId="LiveId" clId="{6536926A-8020-4415-B8C3-328E53A7DC1E}" dt="2026-02-26T15:23:15.581" v="2371" actId="571"/>
          <ac:spMkLst>
            <pc:docMk/>
            <pc:sldMk cId="806309304" sldId="279"/>
            <ac:spMk id="2" creationId="{69FB083D-C171-D229-4A70-06F661D3F529}"/>
          </ac:spMkLst>
        </pc:spChg>
        <pc:spChg chg="del mod">
          <ac:chgData name="Priyansh Pandey" userId="9b153052a30ecff0" providerId="LiveId" clId="{6536926A-8020-4415-B8C3-328E53A7DC1E}" dt="2026-02-26T15:28:24.501" v="2423" actId="478"/>
          <ac:spMkLst>
            <pc:docMk/>
            <pc:sldMk cId="806309304" sldId="279"/>
            <ac:spMk id="3" creationId="{EAB1DBB0-3FF9-8674-5BAD-3AE25A5CE64D}"/>
          </ac:spMkLst>
        </pc:spChg>
        <pc:spChg chg="mod">
          <ac:chgData name="Priyansh Pandey" userId="9b153052a30ecff0" providerId="LiveId" clId="{6536926A-8020-4415-B8C3-328E53A7DC1E}" dt="2026-02-26T15:29:46.214" v="2431" actId="2711"/>
          <ac:spMkLst>
            <pc:docMk/>
            <pc:sldMk cId="806309304" sldId="279"/>
            <ac:spMk id="8" creationId="{64C98CDD-4829-0734-69CB-32980C8E9DB7}"/>
          </ac:spMkLst>
        </pc:spChg>
        <pc:spChg chg="mod">
          <ac:chgData name="Priyansh Pandey" userId="9b153052a30ecff0" providerId="LiveId" clId="{6536926A-8020-4415-B8C3-328E53A7DC1E}" dt="2026-02-26T16:14:56.233" v="2786" actId="12"/>
          <ac:spMkLst>
            <pc:docMk/>
            <pc:sldMk cId="806309304" sldId="279"/>
            <ac:spMk id="12" creationId="{255A5EC1-07FF-0650-B4A6-69BE79877945}"/>
          </ac:spMkLst>
        </pc:spChg>
        <pc:spChg chg="del mod">
          <ac:chgData name="Priyansh Pandey" userId="9b153052a30ecff0" providerId="LiveId" clId="{6536926A-8020-4415-B8C3-328E53A7DC1E}" dt="2026-02-26T15:17:40.860" v="2305"/>
          <ac:spMkLst>
            <pc:docMk/>
            <pc:sldMk cId="806309304" sldId="279"/>
            <ac:spMk id="16" creationId="{E4F93931-E320-6A47-EC14-54A42C2E9EED}"/>
          </ac:spMkLst>
        </pc:spChg>
      </pc:sldChg>
      <pc:sldChg chg="new del">
        <pc:chgData name="Priyansh Pandey" userId="9b153052a30ecff0" providerId="LiveId" clId="{6536926A-8020-4415-B8C3-328E53A7DC1E}" dt="2026-02-26T15:43:59.122" v="2534" actId="47"/>
        <pc:sldMkLst>
          <pc:docMk/>
          <pc:sldMk cId="131857518" sldId="280"/>
        </pc:sldMkLst>
      </pc:sldChg>
      <pc:sldChg chg="addSp delSp modSp add del mod">
        <pc:chgData name="Priyansh Pandey" userId="9b153052a30ecff0" providerId="LiveId" clId="{6536926A-8020-4415-B8C3-328E53A7DC1E}" dt="2026-02-26T15:42:28.676" v="2521" actId="47"/>
        <pc:sldMkLst>
          <pc:docMk/>
          <pc:sldMk cId="3202534738" sldId="280"/>
        </pc:sldMkLst>
      </pc:sldChg>
      <pc:sldChg chg="addSp delSp modSp add mod">
        <pc:chgData name="Priyansh Pandey" userId="9b153052a30ecff0" providerId="LiveId" clId="{6536926A-8020-4415-B8C3-328E53A7DC1E}" dt="2026-02-26T15:45:57.060" v="2561" actId="1076"/>
        <pc:sldMkLst>
          <pc:docMk/>
          <pc:sldMk cId="3770109150" sldId="280"/>
        </pc:sldMkLst>
        <pc:spChg chg="del">
          <ac:chgData name="Priyansh Pandey" userId="9b153052a30ecff0" providerId="LiveId" clId="{6536926A-8020-4415-B8C3-328E53A7DC1E}" dt="2026-02-26T15:44:33.740" v="2544" actId="478"/>
          <ac:spMkLst>
            <pc:docMk/>
            <pc:sldMk cId="3770109150" sldId="280"/>
            <ac:spMk id="2" creationId="{2BF8BDC1-9F20-94AF-0970-AB87923B13FF}"/>
          </ac:spMkLst>
        </pc:spChg>
        <pc:spChg chg="mod">
          <ac:chgData name="Priyansh Pandey" userId="9b153052a30ecff0" providerId="LiveId" clId="{6536926A-8020-4415-B8C3-328E53A7DC1E}" dt="2026-02-26T15:45:57.060" v="2561" actId="1076"/>
          <ac:spMkLst>
            <pc:docMk/>
            <pc:sldMk cId="3770109150" sldId="280"/>
            <ac:spMk id="3" creationId="{B61A857C-0C65-D941-58ED-5C8D23AB3D0D}"/>
          </ac:spMkLst>
        </pc:spChg>
        <pc:spChg chg="add del mod">
          <ac:chgData name="Priyansh Pandey" userId="9b153052a30ecff0" providerId="LiveId" clId="{6536926A-8020-4415-B8C3-328E53A7DC1E}" dt="2026-02-26T15:44:38.591" v="2545" actId="478"/>
          <ac:spMkLst>
            <pc:docMk/>
            <pc:sldMk cId="3770109150" sldId="280"/>
            <ac:spMk id="5" creationId="{6D1E7679-48BF-C5D4-7DDD-76B83F0B5915}"/>
          </ac:spMkLst>
        </pc:spChg>
      </pc:sldChg>
      <pc:sldChg chg="modSp add mod">
        <pc:chgData name="Priyansh Pandey" userId="9b153052a30ecff0" providerId="LiveId" clId="{6536926A-8020-4415-B8C3-328E53A7DC1E}" dt="2026-02-26T15:47:01.509" v="2594" actId="1076"/>
        <pc:sldMkLst>
          <pc:docMk/>
          <pc:sldMk cId="602644948" sldId="281"/>
        </pc:sldMkLst>
        <pc:spChg chg="mod">
          <ac:chgData name="Priyansh Pandey" userId="9b153052a30ecff0" providerId="LiveId" clId="{6536926A-8020-4415-B8C3-328E53A7DC1E}" dt="2026-02-26T15:47:01.509" v="2594" actId="1076"/>
          <ac:spMkLst>
            <pc:docMk/>
            <pc:sldMk cId="602644948" sldId="281"/>
            <ac:spMk id="3" creationId="{E830851B-47D7-EE7C-92DE-B5DBE7A987F2}"/>
          </ac:spMkLst>
        </pc:spChg>
      </pc:sldChg>
      <pc:sldChg chg="modSp add mod">
        <pc:chgData name="Priyansh Pandey" userId="9b153052a30ecff0" providerId="LiveId" clId="{6536926A-8020-4415-B8C3-328E53A7DC1E}" dt="2026-02-26T15:49:09.003" v="2633" actId="1076"/>
        <pc:sldMkLst>
          <pc:docMk/>
          <pc:sldMk cId="954421970" sldId="282"/>
        </pc:sldMkLst>
        <pc:spChg chg="mod">
          <ac:chgData name="Priyansh Pandey" userId="9b153052a30ecff0" providerId="LiveId" clId="{6536926A-8020-4415-B8C3-328E53A7DC1E}" dt="2026-02-26T15:49:09.003" v="2633" actId="1076"/>
          <ac:spMkLst>
            <pc:docMk/>
            <pc:sldMk cId="954421970" sldId="282"/>
            <ac:spMk id="3" creationId="{55F1FAB1-15B5-C9FF-5D66-81B74DA06844}"/>
          </ac:spMkLst>
        </pc:spChg>
      </pc:sldChg>
      <pc:sldChg chg="new del">
        <pc:chgData name="Priyansh Pandey" userId="9b153052a30ecff0" providerId="LiveId" clId="{6536926A-8020-4415-B8C3-328E53A7DC1E}" dt="2026-02-26T15:47:13.654" v="2596" actId="47"/>
        <pc:sldMkLst>
          <pc:docMk/>
          <pc:sldMk cId="2612369980" sldId="282"/>
        </pc:sldMkLst>
      </pc:sldChg>
      <pc:sldChg chg="modSp add mod">
        <pc:chgData name="Priyansh Pandey" userId="9b153052a30ecff0" providerId="LiveId" clId="{6536926A-8020-4415-B8C3-328E53A7DC1E}" dt="2026-02-26T15:51:52.998" v="2689" actId="12"/>
        <pc:sldMkLst>
          <pc:docMk/>
          <pc:sldMk cId="935414221" sldId="283"/>
        </pc:sldMkLst>
        <pc:spChg chg="mod">
          <ac:chgData name="Priyansh Pandey" userId="9b153052a30ecff0" providerId="LiveId" clId="{6536926A-8020-4415-B8C3-328E53A7DC1E}" dt="2026-02-26T15:49:44.717" v="2638" actId="404"/>
          <ac:spMkLst>
            <pc:docMk/>
            <pc:sldMk cId="935414221" sldId="283"/>
            <ac:spMk id="2" creationId="{7AF44345-E79E-8703-2920-AB008B9D4359}"/>
          </ac:spMkLst>
        </pc:spChg>
        <pc:spChg chg="mod">
          <ac:chgData name="Priyansh Pandey" userId="9b153052a30ecff0" providerId="LiveId" clId="{6536926A-8020-4415-B8C3-328E53A7DC1E}" dt="2026-02-26T15:51:52.998" v="2689" actId="12"/>
          <ac:spMkLst>
            <pc:docMk/>
            <pc:sldMk cId="935414221" sldId="283"/>
            <ac:spMk id="6" creationId="{B70187B4-DF0C-8C10-E14A-D3574973946D}"/>
          </ac:spMkLst>
        </pc:spChg>
      </pc:sldChg>
      <pc:sldChg chg="modSp add mod">
        <pc:chgData name="Priyansh Pandey" userId="9b153052a30ecff0" providerId="LiveId" clId="{6536926A-8020-4415-B8C3-328E53A7DC1E}" dt="2026-02-26T15:55:00.667" v="2712" actId="1076"/>
        <pc:sldMkLst>
          <pc:docMk/>
          <pc:sldMk cId="797016861" sldId="284"/>
        </pc:sldMkLst>
        <pc:spChg chg="mod">
          <ac:chgData name="Priyansh Pandey" userId="9b153052a30ecff0" providerId="LiveId" clId="{6536926A-8020-4415-B8C3-328E53A7DC1E}" dt="2026-02-26T15:53:56.843" v="2691"/>
          <ac:spMkLst>
            <pc:docMk/>
            <pc:sldMk cId="797016861" sldId="284"/>
            <ac:spMk id="2" creationId="{B6E440C4-C3C9-FA07-A84B-6C85C815AFA7}"/>
          </ac:spMkLst>
        </pc:spChg>
        <pc:spChg chg="mod">
          <ac:chgData name="Priyansh Pandey" userId="9b153052a30ecff0" providerId="LiveId" clId="{6536926A-8020-4415-B8C3-328E53A7DC1E}" dt="2026-02-26T15:55:00.667" v="2712" actId="1076"/>
          <ac:spMkLst>
            <pc:docMk/>
            <pc:sldMk cId="797016861" sldId="284"/>
            <ac:spMk id="6" creationId="{51FF31A8-669E-6AA5-B764-6343AC3DB664}"/>
          </ac:spMkLst>
        </pc:spChg>
      </pc:sldChg>
      <pc:sldChg chg="modSp add mod">
        <pc:chgData name="Priyansh Pandey" userId="9b153052a30ecff0" providerId="LiveId" clId="{6536926A-8020-4415-B8C3-328E53A7DC1E}" dt="2026-02-26T15:59:31.641" v="2756" actId="20577"/>
        <pc:sldMkLst>
          <pc:docMk/>
          <pc:sldMk cId="866975473" sldId="285"/>
        </pc:sldMkLst>
        <pc:spChg chg="mod">
          <ac:chgData name="Priyansh Pandey" userId="9b153052a30ecff0" providerId="LiveId" clId="{6536926A-8020-4415-B8C3-328E53A7DC1E}" dt="2026-02-26T15:55:24.242" v="2714"/>
          <ac:spMkLst>
            <pc:docMk/>
            <pc:sldMk cId="866975473" sldId="285"/>
            <ac:spMk id="2" creationId="{5419BE62-6BAB-851D-D2A7-C2E2337D2B69}"/>
          </ac:spMkLst>
        </pc:spChg>
        <pc:spChg chg="mod">
          <ac:chgData name="Priyansh Pandey" userId="9b153052a30ecff0" providerId="LiveId" clId="{6536926A-8020-4415-B8C3-328E53A7DC1E}" dt="2026-02-26T15:59:31.641" v="2756" actId="20577"/>
          <ac:spMkLst>
            <pc:docMk/>
            <pc:sldMk cId="866975473" sldId="285"/>
            <ac:spMk id="6" creationId="{23B86DF8-999C-D363-9792-862971695C9B}"/>
          </ac:spMkLst>
        </pc:spChg>
      </pc:sldChg>
      <pc:sldChg chg="modSp add mod">
        <pc:chgData name="Priyansh Pandey" userId="9b153052a30ecff0" providerId="LiveId" clId="{6536926A-8020-4415-B8C3-328E53A7DC1E}" dt="2026-02-26T16:00:44.908" v="2767" actId="1076"/>
        <pc:sldMkLst>
          <pc:docMk/>
          <pc:sldMk cId="404304138" sldId="286"/>
        </pc:sldMkLst>
        <pc:spChg chg="mod">
          <ac:chgData name="Priyansh Pandey" userId="9b153052a30ecff0" providerId="LiveId" clId="{6536926A-8020-4415-B8C3-328E53A7DC1E}" dt="2026-02-26T15:59:46.953" v="2758"/>
          <ac:spMkLst>
            <pc:docMk/>
            <pc:sldMk cId="404304138" sldId="286"/>
            <ac:spMk id="2" creationId="{43EBB53F-F44C-6EBB-CC80-378C18C32AD1}"/>
          </ac:spMkLst>
        </pc:spChg>
        <pc:spChg chg="mod">
          <ac:chgData name="Priyansh Pandey" userId="9b153052a30ecff0" providerId="LiveId" clId="{6536926A-8020-4415-B8C3-328E53A7DC1E}" dt="2026-02-26T16:00:44.908" v="2767" actId="1076"/>
          <ac:spMkLst>
            <pc:docMk/>
            <pc:sldMk cId="404304138" sldId="286"/>
            <ac:spMk id="6" creationId="{E2924BE8-9305-E47A-D5BB-7303FBCF58B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25925" cy="366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24500" y="0"/>
            <a:ext cx="4227513" cy="366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A0B13-69A6-4CC5-8C47-A2329FA5D3E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30563" y="914400"/>
            <a:ext cx="3292475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74725" y="3521075"/>
            <a:ext cx="7804150" cy="28797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488"/>
            <a:ext cx="4225925" cy="366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24500" y="6948488"/>
            <a:ext cx="4227513" cy="366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F1EEF-16F7-4EB5-A46E-A38E1DBA04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392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F1EEF-16F7-4EB5-A46E-A38E1DBA047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244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F1EEF-16F7-4EB5-A46E-A38E1DBA047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486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56965-DF5C-7DD5-1E5E-A6BD20901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E2836D-1CFA-4865-B2BE-F1402E095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52A6E-2928-ACAC-A030-23107C0F1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71158-B86D-4A12-ECF7-58044C814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F1EEF-16F7-4EB5-A46E-A38E1DBA047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859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61050" y="155514"/>
            <a:ext cx="2305049" cy="4381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84255" y="235044"/>
            <a:ext cx="5585088" cy="7245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94896" y="2400662"/>
            <a:ext cx="7563806" cy="1685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16224" y="6803136"/>
            <a:ext cx="312115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64834" y="1793069"/>
            <a:ext cx="15240" cy="28575"/>
          </a:xfrm>
          <a:custGeom>
            <a:avLst/>
            <a:gdLst/>
            <a:ahLst/>
            <a:cxnLst/>
            <a:rect l="l" t="t" r="r" b="b"/>
            <a:pathLst>
              <a:path w="15240" h="28575">
                <a:moveTo>
                  <a:pt x="14924" y="28574"/>
                </a:moveTo>
                <a:lnTo>
                  <a:pt x="0" y="28574"/>
                </a:lnTo>
                <a:lnTo>
                  <a:pt x="0" y="0"/>
                </a:lnTo>
                <a:lnTo>
                  <a:pt x="14924" y="0"/>
                </a:lnTo>
                <a:lnTo>
                  <a:pt x="14924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796" y="1322148"/>
            <a:ext cx="8537903" cy="130676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IN" sz="24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JAVA PROJECT </a:t>
            </a:r>
            <a:br>
              <a:rPr lang="en-IN" sz="2400" spc="-25" dirty="0">
                <a:latin typeface="Times New Roman"/>
                <a:cs typeface="Times New Roman"/>
              </a:rPr>
            </a:br>
            <a:r>
              <a:rPr lang="en-IN" sz="2000" spc="-25" dirty="0">
                <a:latin typeface="Times New Roman"/>
                <a:cs typeface="Times New Roman"/>
              </a:rPr>
              <a:t>Semester : IV </a:t>
            </a:r>
            <a:br>
              <a:rPr lang="en-IN" sz="2000" spc="-25" dirty="0">
                <a:latin typeface="Times New Roman"/>
                <a:cs typeface="Times New Roman"/>
              </a:rPr>
            </a:br>
            <a:r>
              <a:rPr lang="en-IN" sz="2000" spc="-25" dirty="0">
                <a:latin typeface="Times New Roman"/>
                <a:cs typeface="Times New Roman"/>
              </a:rPr>
              <a:t>Batch : 2024-28</a:t>
            </a:r>
            <a:br>
              <a:rPr lang="en-IN" sz="2000" spc="-25" dirty="0">
                <a:latin typeface="Times New Roman"/>
                <a:cs typeface="Times New Roman"/>
              </a:rPr>
            </a:br>
            <a:r>
              <a:rPr lang="en-IN" sz="2000" spc="-25" dirty="0">
                <a:latin typeface="Times New Roman"/>
                <a:cs typeface="Times New Roman"/>
              </a:rPr>
              <a:t>AY 2026-2027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285945" y="2779534"/>
            <a:ext cx="9244252" cy="2324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382905" algn="ctr">
              <a:lnSpc>
                <a:spcPct val="100000"/>
              </a:lnSpc>
              <a:spcBef>
                <a:spcPts val="130"/>
              </a:spcBef>
            </a:pPr>
            <a:r>
              <a:rPr lang="en-US" sz="2000" spc="-10" dirty="0">
                <a:latin typeface="+mn-lt"/>
                <a:cs typeface="Times New Roman" panose="02020603050405020304" pitchFamily="18" charset="0"/>
              </a:rPr>
              <a:t>Project Presentation Phase 1 </a:t>
            </a:r>
          </a:p>
          <a:p>
            <a:pPr marR="382905" algn="ctr">
              <a:lnSpc>
                <a:spcPct val="100000"/>
              </a:lnSpc>
              <a:spcBef>
                <a:spcPts val="130"/>
              </a:spcBef>
            </a:pPr>
            <a:r>
              <a:rPr lang="en-US" sz="2000" spc="-10" dirty="0">
                <a:latin typeface="+mn-lt"/>
                <a:cs typeface="Times New Roman" panose="02020603050405020304" pitchFamily="18" charset="0"/>
              </a:rPr>
              <a:t>Group Id : </a:t>
            </a:r>
            <a:r>
              <a:rPr lang="en-US" sz="2000" b="0" spc="-10" dirty="0">
                <a:latin typeface="+mn-lt"/>
                <a:cs typeface="Times New Roman" panose="02020603050405020304" pitchFamily="18" charset="0"/>
              </a:rPr>
              <a:t>37</a:t>
            </a:r>
          </a:p>
          <a:p>
            <a:pPr marL="3336290" marR="5080" indent="-3324225" algn="ctr">
              <a:lnSpc>
                <a:spcPts val="2690"/>
              </a:lnSpc>
            </a:pPr>
            <a:r>
              <a:rPr sz="2000" dirty="0">
                <a:latin typeface="+mn-lt"/>
                <a:cs typeface="Times New Roman" panose="02020603050405020304" pitchFamily="18" charset="0"/>
              </a:rPr>
              <a:t>Title</a:t>
            </a:r>
            <a:r>
              <a:rPr sz="2000" spc="-55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000" dirty="0">
                <a:latin typeface="+mn-lt"/>
                <a:cs typeface="Times New Roman" panose="02020603050405020304" pitchFamily="18" charset="0"/>
              </a:rPr>
              <a:t>of</a:t>
            </a:r>
            <a:r>
              <a:rPr sz="2000" spc="-55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000" dirty="0">
                <a:latin typeface="+mn-lt"/>
                <a:cs typeface="Times New Roman" panose="02020603050405020304" pitchFamily="18" charset="0"/>
              </a:rPr>
              <a:t>the</a:t>
            </a:r>
            <a:r>
              <a:rPr sz="2000" spc="-50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000" dirty="0">
                <a:latin typeface="+mn-lt"/>
                <a:cs typeface="Times New Roman" panose="02020603050405020304" pitchFamily="18" charset="0"/>
              </a:rPr>
              <a:t>Project</a:t>
            </a:r>
            <a:r>
              <a:rPr lang="en-IN" sz="2000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400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sz="2400" spc="-2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+mn-lt"/>
              </a:rPr>
              <a:t>InsureTech</a:t>
            </a:r>
            <a:r>
              <a:rPr lang="en-IN" sz="2000" dirty="0">
                <a:latin typeface="+mn-lt"/>
              </a:rPr>
              <a:t> Pro</a:t>
            </a:r>
            <a:endParaRPr lang="en-US" sz="2000" dirty="0">
              <a:latin typeface="+mn-lt"/>
              <a:cs typeface="Times New Roman" panose="02020603050405020304" pitchFamily="18" charset="0"/>
            </a:endParaRPr>
          </a:p>
          <a:p>
            <a:pPr marL="3336290" marR="5080" indent="-3324225" algn="ctr">
              <a:lnSpc>
                <a:spcPts val="2690"/>
              </a:lnSpc>
            </a:pPr>
            <a:r>
              <a:rPr lang="en-US" sz="2000" b="0" dirty="0">
                <a:latin typeface="+mn-lt"/>
                <a:cs typeface="Times New Roman" panose="02020603050405020304" pitchFamily="18" charset="0"/>
              </a:rPr>
              <a:t>(Insurance Management System)</a:t>
            </a:r>
          </a:p>
          <a:p>
            <a:pPr marL="12700" algn="ctr">
              <a:lnSpc>
                <a:spcPct val="100000"/>
              </a:lnSpc>
              <a:spcBef>
                <a:spcPts val="120"/>
              </a:spcBef>
            </a:pPr>
            <a:endParaRPr lang="pt-BR" sz="2000" dirty="0">
              <a:latin typeface="+mn-lt"/>
              <a:cs typeface="Times New Roman" panose="02020603050405020304" pitchFamily="18" charset="0"/>
            </a:endParaRPr>
          </a:p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pt-BR" sz="2000" dirty="0">
                <a:latin typeface="+mn-lt"/>
                <a:cs typeface="Times New Roman" panose="02020603050405020304" pitchFamily="18" charset="0"/>
              </a:rPr>
              <a:t>Name of the Guide :</a:t>
            </a:r>
            <a:r>
              <a:rPr lang="pt-BR" sz="2000" spc="25" dirty="0">
                <a:latin typeface="+mn-lt"/>
                <a:cs typeface="Times New Roman" panose="02020603050405020304" pitchFamily="18" charset="0"/>
              </a:rPr>
              <a:t> Mrs.</a:t>
            </a:r>
            <a:r>
              <a:rPr lang="en-IN" sz="2000" dirty="0">
                <a:latin typeface="+mn-lt"/>
              </a:rPr>
              <a:t>Pratima Joshi</a:t>
            </a:r>
            <a:endParaRPr lang="pt-BR" sz="2000" b="0" dirty="0">
              <a:latin typeface="+mn-lt"/>
              <a:cs typeface="Times New Roman" panose="02020603050405020304" pitchFamily="18" charset="0"/>
            </a:endParaRPr>
          </a:p>
          <a:p>
            <a:pPr marL="3336290" marR="5080" indent="-3324225" algn="ctr">
              <a:lnSpc>
                <a:spcPts val="2690"/>
              </a:lnSpc>
            </a:pPr>
            <a:endParaRPr sz="2300" b="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7938" y="4933188"/>
            <a:ext cx="5124143" cy="293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9855">
              <a:lnSpc>
                <a:spcPts val="2265"/>
              </a:lnSpc>
              <a:spcBef>
                <a:spcPts val="120"/>
              </a:spcBef>
            </a:pPr>
            <a:r>
              <a:rPr sz="1900" dirty="0">
                <a:latin typeface="Times New Roman"/>
                <a:cs typeface="Times New Roman"/>
              </a:rPr>
              <a:t>Group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Members:</a:t>
            </a:r>
            <a:endParaRPr lang="en-IN" sz="1900" spc="-1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95831" y="7057436"/>
            <a:ext cx="282448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dirty="0">
                <a:solidFill>
                  <a:srgbClr val="898989"/>
                </a:solidFill>
                <a:latin typeface="Calibri"/>
                <a:cs typeface="Calibri"/>
              </a:rPr>
              <a:t>Department</a:t>
            </a:r>
            <a:r>
              <a:rPr sz="950" spc="-1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898989"/>
                </a:solidFill>
                <a:latin typeface="Calibri"/>
                <a:cs typeface="Calibri"/>
              </a:rPr>
              <a:t>of</a:t>
            </a:r>
            <a:r>
              <a:rPr sz="950" spc="-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898989"/>
                </a:solidFill>
                <a:latin typeface="Calibri"/>
                <a:cs typeface="Calibri"/>
              </a:rPr>
              <a:t>Artificial</a:t>
            </a:r>
            <a:r>
              <a:rPr sz="950" spc="-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898989"/>
                </a:solidFill>
                <a:latin typeface="Calibri"/>
                <a:cs typeface="Calibri"/>
              </a:rPr>
              <a:t>Intelligence</a:t>
            </a:r>
            <a:r>
              <a:rPr sz="950" spc="-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898989"/>
                </a:solidFill>
                <a:latin typeface="Calibri"/>
                <a:cs typeface="Calibri"/>
              </a:rPr>
              <a:t>&amp;</a:t>
            </a:r>
            <a:r>
              <a:rPr sz="950" spc="-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898989"/>
                </a:solidFill>
                <a:latin typeface="Calibri"/>
                <a:cs typeface="Calibri"/>
              </a:rPr>
              <a:t>Machine</a:t>
            </a:r>
            <a:r>
              <a:rPr sz="950" spc="-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898989"/>
                </a:solidFill>
                <a:latin typeface="Calibri"/>
                <a:cs typeface="Calibri"/>
              </a:rPr>
              <a:t>Learning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22768" y="6936051"/>
            <a:ext cx="8763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50" dirty="0">
                <a:solidFill>
                  <a:srgbClr val="898989"/>
                </a:solidFill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865" y="179983"/>
            <a:ext cx="8749766" cy="89534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B65F1F2-F30E-1F61-6DD1-99A225096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068897"/>
              </p:ext>
            </p:extLst>
          </p:nvPr>
        </p:nvGraphicFramePr>
        <p:xfrm>
          <a:off x="490796" y="5539873"/>
          <a:ext cx="479123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3556">
                  <a:extLst>
                    <a:ext uri="{9D8B030D-6E8A-4147-A177-3AD203B41FA5}">
                      <a16:colId xmlns:a16="http://schemas.microsoft.com/office/drawing/2014/main" val="3495802101"/>
                    </a:ext>
                  </a:extLst>
                </a:gridCol>
                <a:gridCol w="1886362">
                  <a:extLst>
                    <a:ext uri="{9D8B030D-6E8A-4147-A177-3AD203B41FA5}">
                      <a16:colId xmlns:a16="http://schemas.microsoft.com/office/drawing/2014/main" val="70026229"/>
                    </a:ext>
                  </a:extLst>
                </a:gridCol>
                <a:gridCol w="2071313">
                  <a:extLst>
                    <a:ext uri="{9D8B030D-6E8A-4147-A177-3AD203B41FA5}">
                      <a16:colId xmlns:a16="http://schemas.microsoft.com/office/drawing/2014/main" val="1276425733"/>
                    </a:ext>
                  </a:extLst>
                </a:gridCol>
              </a:tblGrid>
              <a:tr h="360497">
                <a:tc>
                  <a:txBody>
                    <a:bodyPr/>
                    <a:lstStyle/>
                    <a:p>
                      <a:r>
                        <a:rPr lang="en-IN" sz="1800" spc="-10" dirty="0">
                          <a:latin typeface="Times New Roman"/>
                          <a:cs typeface="Times New Roman"/>
                        </a:rPr>
                        <a:t>S.NO 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spc="-10" dirty="0">
                          <a:latin typeface="Times New Roman"/>
                          <a:cs typeface="Times New Roman"/>
                        </a:rPr>
                        <a:t>PRN.NO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spc="-10" dirty="0">
                          <a:latin typeface="Times New Roman"/>
                          <a:cs typeface="Times New Roman"/>
                        </a:rPr>
                        <a:t>NAME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001104"/>
                  </a:ext>
                </a:extLst>
              </a:tr>
              <a:tr h="287066">
                <a:tc>
                  <a:txBody>
                    <a:bodyPr/>
                    <a:lstStyle/>
                    <a:p>
                      <a:r>
                        <a:rPr lang="en-IN" sz="18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24070126143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Priyansh Pandey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294885"/>
                  </a:ext>
                </a:extLst>
              </a:tr>
              <a:tr h="287066">
                <a:tc>
                  <a:txBody>
                    <a:bodyPr/>
                    <a:lstStyle/>
                    <a:p>
                      <a:r>
                        <a:rPr lang="en-US" sz="1800" dirty="0"/>
                        <a:t>2.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24070126140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Prince Kumar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8922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57535"/>
            <a:ext cx="6477000" cy="5539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00" dirty="0">
                <a:latin typeface="Times New Roman"/>
                <a:cs typeface="Times New Roman"/>
              </a:rPr>
              <a:t>Outline</a:t>
            </a:r>
            <a:r>
              <a:rPr sz="3500" spc="-2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of</a:t>
            </a:r>
            <a:r>
              <a:rPr sz="3500" spc="-1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the</a:t>
            </a:r>
            <a:r>
              <a:rPr sz="3500" spc="-1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Presentation</a:t>
            </a:r>
            <a:r>
              <a:rPr lang="en-IN" sz="3500" spc="-10" dirty="0">
                <a:latin typeface="Times New Roman"/>
                <a:cs typeface="Times New Roman"/>
              </a:rPr>
              <a:t> :</a:t>
            </a:r>
            <a:endParaRPr sz="35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1676400"/>
            <a:ext cx="9029131" cy="344132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29235" indent="-216535">
              <a:lnSpc>
                <a:spcPct val="100000"/>
              </a:lnSpc>
              <a:spcBef>
                <a:spcPts val="114"/>
              </a:spcBef>
              <a:buFont typeface="Times New Roman"/>
              <a:buAutoNum type="arabicPeriod"/>
              <a:tabLst>
                <a:tab pos="229235" algn="l"/>
              </a:tabLst>
            </a:pPr>
            <a:r>
              <a:rPr lang="en-US" sz="2400" dirty="0">
                <a:latin typeface="+mn-lt"/>
                <a:cs typeface="Times New Roman"/>
              </a:rPr>
              <a:t>Introduction</a:t>
            </a:r>
            <a:r>
              <a:rPr lang="en-US" sz="2400" spc="-10" dirty="0">
                <a:latin typeface="+mn-lt"/>
                <a:cs typeface="Times New Roman"/>
              </a:rPr>
              <a:t> </a:t>
            </a:r>
          </a:p>
          <a:p>
            <a:pPr marL="229235" indent="-216535">
              <a:lnSpc>
                <a:spcPct val="100000"/>
              </a:lnSpc>
              <a:spcBef>
                <a:spcPts val="114"/>
              </a:spcBef>
              <a:buFont typeface="Times New Roman"/>
              <a:buAutoNum type="arabicPeriod"/>
              <a:tabLst>
                <a:tab pos="229235" algn="l"/>
              </a:tabLst>
            </a:pPr>
            <a:r>
              <a:rPr lang="en-US" sz="2400" dirty="0">
                <a:latin typeface="+mn-lt"/>
                <a:cs typeface="Times New Roman"/>
              </a:rPr>
              <a:t>Problem Definition</a:t>
            </a:r>
          </a:p>
          <a:p>
            <a:pPr marL="229235" indent="-216535">
              <a:lnSpc>
                <a:spcPct val="100000"/>
              </a:lnSpc>
              <a:spcBef>
                <a:spcPts val="114"/>
              </a:spcBef>
              <a:buFont typeface="Times New Roman"/>
              <a:buAutoNum type="arabicPeriod"/>
              <a:tabLst>
                <a:tab pos="229235" algn="l"/>
              </a:tabLst>
            </a:pPr>
            <a:r>
              <a:rPr lang="en-US" sz="2400" dirty="0">
                <a:latin typeface="+mn-lt"/>
                <a:cs typeface="Times New Roman"/>
              </a:rPr>
              <a:t>Proposed Solution</a:t>
            </a:r>
          </a:p>
          <a:p>
            <a:pPr marL="229235" indent="-216535">
              <a:lnSpc>
                <a:spcPct val="100000"/>
              </a:lnSpc>
              <a:spcBef>
                <a:spcPts val="114"/>
              </a:spcBef>
              <a:buFont typeface="Times New Roman"/>
              <a:buAutoNum type="arabicPeriod"/>
              <a:tabLst>
                <a:tab pos="229235" algn="l"/>
              </a:tabLst>
            </a:pPr>
            <a:r>
              <a:rPr lang="en-US" sz="2400" dirty="0">
                <a:latin typeface="+mn-lt"/>
                <a:cs typeface="Times New Roman"/>
              </a:rPr>
              <a:t>OOP Design Overview</a:t>
            </a:r>
          </a:p>
          <a:p>
            <a:pPr marL="229235" indent="-216535">
              <a:lnSpc>
                <a:spcPct val="100000"/>
              </a:lnSpc>
              <a:spcBef>
                <a:spcPts val="114"/>
              </a:spcBef>
              <a:buFont typeface="Times New Roman"/>
              <a:buAutoNum type="arabicPeriod"/>
              <a:tabLst>
                <a:tab pos="229235" algn="l"/>
              </a:tabLst>
            </a:pPr>
            <a:r>
              <a:rPr lang="en-US" sz="2400" dirty="0">
                <a:latin typeface="+mn-lt"/>
                <a:cs typeface="Times New Roman"/>
              </a:rPr>
              <a:t>OOP Concepts Used</a:t>
            </a:r>
          </a:p>
          <a:p>
            <a:pPr marL="229235" indent="-216535">
              <a:lnSpc>
                <a:spcPct val="100000"/>
              </a:lnSpc>
              <a:spcBef>
                <a:spcPts val="114"/>
              </a:spcBef>
              <a:buFont typeface="Times New Roman"/>
              <a:buAutoNum type="arabicPeriod"/>
              <a:tabLst>
                <a:tab pos="229235" algn="l"/>
              </a:tabLst>
            </a:pPr>
            <a:r>
              <a:rPr lang="en-US" sz="2400" dirty="0">
                <a:latin typeface="+mn-lt"/>
                <a:cs typeface="Times New Roman"/>
              </a:rPr>
              <a:t>Methodology / Development Plan</a:t>
            </a:r>
          </a:p>
          <a:p>
            <a:pPr marL="229235" indent="-216535">
              <a:lnSpc>
                <a:spcPct val="100000"/>
              </a:lnSpc>
              <a:spcBef>
                <a:spcPts val="114"/>
              </a:spcBef>
              <a:buFont typeface="Times New Roman"/>
              <a:buAutoNum type="arabicPeriod"/>
              <a:tabLst>
                <a:tab pos="229235" algn="l"/>
              </a:tabLst>
            </a:pPr>
            <a:r>
              <a:rPr lang="en-US" sz="2400" dirty="0">
                <a:latin typeface="+mn-lt"/>
                <a:cs typeface="Times New Roman"/>
              </a:rPr>
              <a:t>Module Breakdown</a:t>
            </a:r>
          </a:p>
          <a:p>
            <a:pPr marL="229235" indent="-216535">
              <a:lnSpc>
                <a:spcPct val="100000"/>
              </a:lnSpc>
              <a:spcBef>
                <a:spcPts val="114"/>
              </a:spcBef>
              <a:buFont typeface="Times New Roman"/>
              <a:buAutoNum type="arabicPeriod"/>
              <a:tabLst>
                <a:tab pos="229235" algn="l"/>
              </a:tabLst>
            </a:pPr>
            <a:r>
              <a:rPr lang="en-US" sz="2400" dirty="0">
                <a:latin typeface="+mn-lt"/>
                <a:cs typeface="Times New Roman"/>
              </a:rPr>
              <a:t>Timeline</a:t>
            </a:r>
          </a:p>
          <a:p>
            <a:pPr marL="229235" indent="-216535">
              <a:lnSpc>
                <a:spcPct val="100000"/>
              </a:lnSpc>
              <a:spcBef>
                <a:spcPts val="114"/>
              </a:spcBef>
              <a:buFont typeface="Times New Roman"/>
              <a:buAutoNum type="arabicPeriod"/>
              <a:tabLst>
                <a:tab pos="229235" algn="l"/>
              </a:tabLst>
            </a:pPr>
            <a:r>
              <a:rPr lang="en-US" sz="2400" dirty="0">
                <a:latin typeface="+mn-lt"/>
                <a:cs typeface="Times New Roman"/>
              </a:rPr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64788" y="6864559"/>
            <a:ext cx="282448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dirty="0">
                <a:solidFill>
                  <a:srgbClr val="898989"/>
                </a:solidFill>
                <a:latin typeface="Calibri"/>
                <a:cs typeface="Calibri"/>
              </a:rPr>
              <a:t>Department</a:t>
            </a:r>
            <a:r>
              <a:rPr sz="950" spc="-1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898989"/>
                </a:solidFill>
                <a:latin typeface="Calibri"/>
                <a:cs typeface="Calibri"/>
              </a:rPr>
              <a:t>of</a:t>
            </a:r>
            <a:r>
              <a:rPr sz="950" spc="-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898989"/>
                </a:solidFill>
                <a:latin typeface="Calibri"/>
                <a:cs typeface="Calibri"/>
              </a:rPr>
              <a:t>Artificial</a:t>
            </a:r>
            <a:r>
              <a:rPr sz="950" spc="-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898989"/>
                </a:solidFill>
                <a:latin typeface="Calibri"/>
                <a:cs typeface="Calibri"/>
              </a:rPr>
              <a:t>Intelligence</a:t>
            </a:r>
            <a:r>
              <a:rPr sz="950" spc="-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898989"/>
                </a:solidFill>
                <a:latin typeface="Calibri"/>
                <a:cs typeface="Calibri"/>
              </a:rPr>
              <a:t>&amp;</a:t>
            </a:r>
            <a:r>
              <a:rPr sz="950" spc="-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898989"/>
                </a:solidFill>
                <a:latin typeface="Calibri"/>
                <a:cs typeface="Calibri"/>
              </a:rPr>
              <a:t>Machine</a:t>
            </a:r>
            <a:r>
              <a:rPr sz="950" spc="-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898989"/>
                </a:solidFill>
                <a:latin typeface="Calibri"/>
                <a:cs typeface="Calibri"/>
              </a:rPr>
              <a:t>Learning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09230" y="6874084"/>
            <a:ext cx="8636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50" dirty="0">
                <a:solidFill>
                  <a:srgbClr val="898989"/>
                </a:solidFill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008337" y="6864559"/>
            <a:ext cx="8763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50" dirty="0">
                <a:solidFill>
                  <a:srgbClr val="898989"/>
                </a:solidFill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3400" y="159120"/>
            <a:ext cx="6781800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dirty="0"/>
              <a:t>Introduction</a:t>
            </a:r>
            <a:endParaRPr sz="4000" spc="-10" dirty="0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8E999F1D-C57D-27F9-31AD-EA120D631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BD37E17-6785-BB01-AE93-403CC02DB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825" y="908216"/>
            <a:ext cx="8827770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+mn-lt"/>
              </a:rPr>
              <a:t>Background</a:t>
            </a:r>
          </a:p>
          <a:p>
            <a:r>
              <a:rPr lang="en-US" sz="2000" dirty="0">
                <a:latin typeface="+mn-lt"/>
              </a:rPr>
              <a:t>The insurance industry manages large volumes of policies, customers, claims, and payments. Manual or poorly structured systems lead to delays and inefficiencies.</a:t>
            </a:r>
          </a:p>
          <a:p>
            <a:endParaRPr lang="en-US" sz="2000" dirty="0"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+mn-lt"/>
              </a:rPr>
              <a:t>Domain</a:t>
            </a:r>
          </a:p>
          <a:p>
            <a:r>
              <a:rPr lang="en-US" sz="2000" dirty="0">
                <a:latin typeface="+mn-lt"/>
              </a:rPr>
              <a:t>FinTech / Insurance Technology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+mn-lt"/>
              </a:rPr>
              <a:t>Motivation</a:t>
            </a:r>
          </a:p>
          <a:p>
            <a:r>
              <a:rPr lang="en-US" sz="2000" dirty="0">
                <a:latin typeface="+mn-lt"/>
              </a:rPr>
              <a:t>Real-world application</a:t>
            </a:r>
          </a:p>
          <a:p>
            <a:r>
              <a:rPr lang="en-US" sz="2000" dirty="0">
                <a:latin typeface="+mn-lt"/>
              </a:rPr>
              <a:t>Strong use of OOP concepts</a:t>
            </a:r>
          </a:p>
          <a:p>
            <a:r>
              <a:rPr lang="en-US" sz="2000" dirty="0">
                <a:latin typeface="+mn-lt"/>
              </a:rPr>
              <a:t>Scalable to database and web system</a:t>
            </a:r>
          </a:p>
          <a:p>
            <a:r>
              <a:rPr lang="en-US" sz="2000" dirty="0">
                <a:latin typeface="+mn-lt"/>
              </a:rPr>
              <a:t>Industry-relevant project</a:t>
            </a:r>
          </a:p>
          <a:p>
            <a:endParaRPr lang="en-US" sz="2000" dirty="0"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+mn-lt"/>
              </a:rPr>
              <a:t>Real-World Relevance</a:t>
            </a:r>
          </a:p>
          <a:p>
            <a:r>
              <a:rPr lang="en-US" sz="2000" dirty="0">
                <a:latin typeface="+mn-lt"/>
              </a:rPr>
              <a:t>Insurance companies require automated systems for:</a:t>
            </a:r>
          </a:p>
          <a:p>
            <a:r>
              <a:rPr lang="en-US" sz="2000" dirty="0">
                <a:latin typeface="+mn-lt"/>
              </a:rPr>
              <a:t>Policy issuance</a:t>
            </a:r>
          </a:p>
          <a:p>
            <a:r>
              <a:rPr lang="en-US" sz="2000" dirty="0">
                <a:latin typeface="+mn-lt"/>
              </a:rPr>
              <a:t>Premium calculation</a:t>
            </a:r>
          </a:p>
          <a:p>
            <a:r>
              <a:rPr lang="en-US" sz="2000" dirty="0">
                <a:latin typeface="+mn-lt"/>
              </a:rPr>
              <a:t>Claim verification</a:t>
            </a:r>
          </a:p>
          <a:p>
            <a:r>
              <a:rPr lang="en-US" sz="2000" dirty="0">
                <a:latin typeface="+mn-lt"/>
              </a:rPr>
              <a:t>Payment tracking</a:t>
            </a:r>
          </a:p>
          <a:p>
            <a:r>
              <a:rPr lang="en-US" sz="2000" dirty="0">
                <a:latin typeface="+mn-lt"/>
              </a:rPr>
              <a:t>Revenue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BE93B-2666-4A40-0781-252ED90C5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74B670D-B893-0E60-0D7D-7EA3E289FAE3}"/>
              </a:ext>
            </a:extLst>
          </p:cNvPr>
          <p:cNvSpPr txBox="1"/>
          <p:nvPr/>
        </p:nvSpPr>
        <p:spPr>
          <a:xfrm>
            <a:off x="9008337" y="6864559"/>
            <a:ext cx="8763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50" dirty="0">
                <a:solidFill>
                  <a:srgbClr val="898989"/>
                </a:solidFill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0083E0BE-CEC0-2A9F-AF96-C13FD0379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C98CDD-4829-0734-69CB-32980C8E9DB7}"/>
              </a:ext>
            </a:extLst>
          </p:cNvPr>
          <p:cNvSpPr txBox="1"/>
          <p:nvPr/>
        </p:nvSpPr>
        <p:spPr>
          <a:xfrm>
            <a:off x="132408" y="0"/>
            <a:ext cx="464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+mn-lt"/>
              </a:rPr>
              <a:t>Problem </a:t>
            </a:r>
            <a:r>
              <a:rPr lang="en-US" sz="3600" b="1" dirty="0">
                <a:latin typeface="+mn-lt"/>
                <a:cs typeface="Times New Roman"/>
              </a:rPr>
              <a:t>Definition</a:t>
            </a:r>
          </a:p>
          <a:p>
            <a:r>
              <a:rPr lang="en-US" sz="3600" b="1" dirty="0">
                <a:latin typeface="+mn-lt"/>
              </a:rPr>
              <a:t> </a:t>
            </a:r>
            <a:endParaRPr lang="en-IN" sz="3600" b="1" dirty="0"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255A5EC1-07FF-0650-B4A6-69BE79877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408" y="610674"/>
            <a:ext cx="9114874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>
                <a:latin typeface="+mn-lt"/>
              </a:rPr>
              <a:t>Insurance companies face challenges in managing customer data, policy types, premium calculations, claims, and agent commissions within a centralized system.</a:t>
            </a:r>
          </a:p>
          <a:p>
            <a:endParaRPr lang="en-IN" sz="2000" dirty="0"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+mn-lt"/>
              </a:rPr>
              <a:t>Existing Issues / Gaps</a:t>
            </a:r>
          </a:p>
          <a:p>
            <a:r>
              <a:rPr lang="en-IN" sz="2000" dirty="0">
                <a:latin typeface="+mn-lt"/>
              </a:rPr>
              <a:t>Manual or semi-digital record keeping</a:t>
            </a:r>
          </a:p>
          <a:p>
            <a:r>
              <a:rPr lang="en-IN" sz="2000" dirty="0">
                <a:latin typeface="+mn-lt"/>
              </a:rPr>
              <a:t>Data redundancy and inconsistency</a:t>
            </a:r>
          </a:p>
          <a:p>
            <a:r>
              <a:rPr lang="en-IN" sz="2000" dirty="0">
                <a:latin typeface="+mn-lt"/>
              </a:rPr>
              <a:t>Delays in claim verification</a:t>
            </a:r>
          </a:p>
          <a:p>
            <a:r>
              <a:rPr lang="en-IN" sz="2000" dirty="0">
                <a:latin typeface="+mn-lt"/>
              </a:rPr>
              <a:t>No centralized OOP-based system</a:t>
            </a:r>
          </a:p>
          <a:p>
            <a:r>
              <a:rPr lang="en-IN" sz="2000" dirty="0">
                <a:latin typeface="+mn-lt"/>
              </a:rPr>
              <a:t>Limited scalability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+mn-lt"/>
              </a:rPr>
              <a:t>Target Users</a:t>
            </a:r>
          </a:p>
          <a:p>
            <a:r>
              <a:rPr lang="en-IN" sz="2000" dirty="0">
                <a:latin typeface="+mn-lt"/>
              </a:rPr>
              <a:t>Insurance Company Staff</a:t>
            </a:r>
          </a:p>
          <a:p>
            <a:r>
              <a:rPr lang="en-IN" sz="2000" dirty="0">
                <a:latin typeface="+mn-lt"/>
              </a:rPr>
              <a:t>Agents</a:t>
            </a:r>
          </a:p>
          <a:p>
            <a:r>
              <a:rPr lang="en-IN" sz="2000" dirty="0">
                <a:latin typeface="+mn-lt"/>
              </a:rPr>
              <a:t>Customers</a:t>
            </a:r>
          </a:p>
          <a:p>
            <a:r>
              <a:rPr lang="en-IN" sz="2000" dirty="0">
                <a:latin typeface="+mn-lt"/>
              </a:rPr>
              <a:t>System Administrator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+mn-lt"/>
              </a:rPr>
              <a:t>Project Scope</a:t>
            </a:r>
          </a:p>
          <a:p>
            <a:r>
              <a:rPr lang="en-IN" sz="2000" dirty="0">
                <a:latin typeface="+mn-lt"/>
              </a:rPr>
              <a:t>✔ Customer Registration &amp; Management</a:t>
            </a:r>
            <a:br>
              <a:rPr lang="en-IN" sz="2000" dirty="0">
                <a:latin typeface="+mn-lt"/>
              </a:rPr>
            </a:br>
            <a:r>
              <a:rPr lang="en-IN" sz="2000" dirty="0">
                <a:latin typeface="+mn-lt"/>
              </a:rPr>
              <a:t>✔ Policy Issuance &amp; Premium Calculation</a:t>
            </a:r>
            <a:br>
              <a:rPr lang="en-IN" sz="2000" dirty="0">
                <a:latin typeface="+mn-lt"/>
              </a:rPr>
            </a:br>
            <a:r>
              <a:rPr lang="en-IN" sz="2000" dirty="0">
                <a:latin typeface="+mn-lt"/>
              </a:rPr>
              <a:t>✔ Claim Processing &amp; Validation</a:t>
            </a:r>
            <a:br>
              <a:rPr lang="en-IN" sz="2000" dirty="0">
                <a:latin typeface="+mn-lt"/>
              </a:rPr>
            </a:br>
            <a:r>
              <a:rPr lang="en-IN" sz="2000" dirty="0">
                <a:latin typeface="+mn-lt"/>
              </a:rPr>
              <a:t>✔ Agent &amp; Payment Tracking</a:t>
            </a:r>
            <a:br>
              <a:rPr lang="en-IN" sz="2000" dirty="0">
                <a:latin typeface="+mn-lt"/>
              </a:rPr>
            </a:br>
            <a:r>
              <a:rPr lang="en-IN" sz="2000" dirty="0">
                <a:latin typeface="+mn-lt"/>
              </a:rPr>
              <a:t>✔ Reports &amp; Basic Analytics</a:t>
            </a:r>
          </a:p>
          <a:p>
            <a:r>
              <a:rPr lang="en-IN" sz="2000" dirty="0">
                <a:latin typeface="+mn-lt"/>
              </a:rPr>
              <a:t>❌ Web &amp; AI Integration (Future Enhancement)</a:t>
            </a:r>
          </a:p>
        </p:txBody>
      </p:sp>
    </p:spTree>
    <p:extLst>
      <p:ext uri="{BB962C8B-B14F-4D97-AF65-F5344CB8AC3E}">
        <p14:creationId xmlns:p14="http://schemas.microsoft.com/office/powerpoint/2010/main" val="806309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4B643-DAC2-627E-A728-15052995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28" y="228600"/>
            <a:ext cx="6450145" cy="615553"/>
          </a:xfrm>
        </p:spPr>
        <p:txBody>
          <a:bodyPr/>
          <a:lstStyle/>
          <a:p>
            <a:r>
              <a:rPr lang="en-US" sz="4000" dirty="0"/>
              <a:t>Proposed Solution</a:t>
            </a:r>
            <a:endParaRPr lang="en-IN" sz="40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2BA322F-610C-2279-B279-B9613DA199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70764" y="1143000"/>
            <a:ext cx="8686799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>
                <a:latin typeface="+mn-lt"/>
              </a:rPr>
              <a:t>Overview</a:t>
            </a:r>
          </a:p>
          <a:p>
            <a:r>
              <a:rPr lang="en-IN" sz="2000" b="0" dirty="0" err="1">
                <a:latin typeface="+mn-lt"/>
              </a:rPr>
              <a:t>InsureTech</a:t>
            </a:r>
            <a:r>
              <a:rPr lang="en-IN" sz="2000" b="0" dirty="0">
                <a:latin typeface="+mn-lt"/>
              </a:rPr>
              <a:t> Pro is a Java-based console application that simulates a real-world insurance management system using Object-Oriented Programming principles.</a:t>
            </a:r>
          </a:p>
          <a:p>
            <a:endParaRPr lang="en-IN" sz="2000" b="0" dirty="0">
              <a:latin typeface="+mn-lt"/>
            </a:endParaRPr>
          </a:p>
          <a:p>
            <a:r>
              <a:rPr lang="en-IN" sz="2000" dirty="0">
                <a:latin typeface="+mn-lt"/>
              </a:rPr>
              <a:t>Key Features</a:t>
            </a:r>
          </a:p>
          <a:p>
            <a:r>
              <a:rPr lang="en-IN" sz="2000" b="0" dirty="0">
                <a:latin typeface="+mn-lt"/>
              </a:rPr>
              <a:t>Add / update customers</a:t>
            </a:r>
          </a:p>
          <a:p>
            <a:r>
              <a:rPr lang="en-IN" sz="2000" b="0" dirty="0">
                <a:latin typeface="+mn-lt"/>
              </a:rPr>
              <a:t>Issue and manage policies</a:t>
            </a:r>
          </a:p>
          <a:p>
            <a:r>
              <a:rPr lang="en-IN" sz="2000" b="0" dirty="0">
                <a:latin typeface="+mn-lt"/>
              </a:rPr>
              <a:t>Dynamic premium calculation</a:t>
            </a:r>
          </a:p>
          <a:p>
            <a:r>
              <a:rPr lang="en-IN" sz="2000" b="0" dirty="0">
                <a:latin typeface="+mn-lt"/>
              </a:rPr>
              <a:t>Claim request and approval system</a:t>
            </a:r>
          </a:p>
          <a:p>
            <a:r>
              <a:rPr lang="en-IN" sz="2000" b="0" dirty="0">
                <a:latin typeface="+mn-lt"/>
              </a:rPr>
              <a:t>Payment processing</a:t>
            </a:r>
          </a:p>
          <a:p>
            <a:r>
              <a:rPr lang="en-IN" sz="2000" b="0" dirty="0">
                <a:latin typeface="+mn-lt"/>
              </a:rPr>
              <a:t>Report generation</a:t>
            </a:r>
          </a:p>
          <a:p>
            <a:endParaRPr lang="en-IN" sz="2000" b="0" dirty="0">
              <a:latin typeface="+mn-lt"/>
            </a:endParaRPr>
          </a:p>
          <a:p>
            <a:r>
              <a:rPr lang="en-IN" sz="2000" dirty="0">
                <a:latin typeface="+mn-lt"/>
              </a:rPr>
              <a:t>Innovation / Uniqueness</a:t>
            </a:r>
          </a:p>
          <a:p>
            <a:r>
              <a:rPr lang="en-IN" sz="2000" b="0" dirty="0">
                <a:latin typeface="+mn-lt"/>
              </a:rPr>
              <a:t>Polymorphic premium calculation logic</a:t>
            </a:r>
          </a:p>
          <a:p>
            <a:r>
              <a:rPr lang="en-IN" sz="2000" b="0" dirty="0">
                <a:latin typeface="+mn-lt"/>
              </a:rPr>
              <a:t>Modular class-based architecture</a:t>
            </a:r>
          </a:p>
          <a:p>
            <a:r>
              <a:rPr lang="en-IN" sz="2000" b="0" dirty="0">
                <a:latin typeface="+mn-lt"/>
              </a:rPr>
              <a:t>Fraud flagging rule (basic logic)</a:t>
            </a:r>
          </a:p>
          <a:p>
            <a:r>
              <a:rPr lang="en-IN" sz="2000" b="0" dirty="0">
                <a:latin typeface="+mn-lt"/>
              </a:rPr>
              <a:t>Database-ready scalable design</a:t>
            </a:r>
          </a:p>
        </p:txBody>
      </p:sp>
    </p:spTree>
    <p:extLst>
      <p:ext uri="{BB962C8B-B14F-4D97-AF65-F5344CB8AC3E}">
        <p14:creationId xmlns:p14="http://schemas.microsoft.com/office/powerpoint/2010/main" val="1977726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E731-B793-6299-3C5E-E0D1821D7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0717"/>
            <a:ext cx="5585088" cy="553998"/>
          </a:xfrm>
        </p:spPr>
        <p:txBody>
          <a:bodyPr/>
          <a:lstStyle/>
          <a:p>
            <a:r>
              <a:rPr lang="en-US" sz="3600" dirty="0"/>
              <a:t>OOP Design Overview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1271E-4006-C041-5437-95BB314B9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5750" y="990600"/>
            <a:ext cx="9182100" cy="5847755"/>
          </a:xfrm>
        </p:spPr>
        <p:txBody>
          <a:bodyPr/>
          <a:lstStyle/>
          <a:p>
            <a:r>
              <a:rPr lang="en-IN" sz="2000" dirty="0">
                <a:latin typeface="+mn-lt"/>
              </a:rPr>
              <a:t>Application of OOP</a:t>
            </a:r>
          </a:p>
          <a:p>
            <a:r>
              <a:rPr lang="en-IN" sz="2000" b="0" dirty="0">
                <a:latin typeface="+mn-lt"/>
              </a:rPr>
              <a:t>Real-world entities modeled as classes</a:t>
            </a:r>
          </a:p>
          <a:p>
            <a:r>
              <a:rPr lang="en-IN" sz="2000" b="0" dirty="0">
                <a:latin typeface="+mn-lt"/>
              </a:rPr>
              <a:t>Inheritance hierarchy (Person → Customer, Agent)</a:t>
            </a:r>
          </a:p>
          <a:p>
            <a:r>
              <a:rPr lang="en-IN" sz="2000" b="0" dirty="0">
                <a:latin typeface="+mn-lt"/>
              </a:rPr>
              <a:t>Abstract Policy class</a:t>
            </a:r>
          </a:p>
          <a:p>
            <a:r>
              <a:rPr lang="en-IN" sz="2000" b="0" dirty="0">
                <a:latin typeface="+mn-lt"/>
              </a:rPr>
              <a:t>Method overriding for premium calculation</a:t>
            </a:r>
          </a:p>
          <a:p>
            <a:r>
              <a:rPr lang="en-IN" sz="2000" b="0" dirty="0">
                <a:latin typeface="+mn-lt"/>
              </a:rPr>
              <a:t>Interface for payment processing</a:t>
            </a:r>
            <a:br>
              <a:rPr lang="en-IN" sz="2000" b="0" dirty="0">
                <a:latin typeface="+mn-lt"/>
              </a:rPr>
            </a:br>
            <a:endParaRPr lang="en-IN" sz="2000" b="0" dirty="0">
              <a:latin typeface="+mn-lt"/>
            </a:endParaRPr>
          </a:p>
          <a:p>
            <a:r>
              <a:rPr lang="en-IN" sz="2000" dirty="0">
                <a:latin typeface="+mn-lt"/>
              </a:rPr>
              <a:t>Why OOP?</a:t>
            </a:r>
          </a:p>
          <a:p>
            <a:r>
              <a:rPr lang="en-IN" sz="2000" b="0" dirty="0">
                <a:latin typeface="+mn-lt"/>
              </a:rPr>
              <a:t>✔ Reusability</a:t>
            </a:r>
            <a:br>
              <a:rPr lang="en-IN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>✔ Modular Design</a:t>
            </a:r>
            <a:br>
              <a:rPr lang="en-IN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>✔ Easy Maintenance</a:t>
            </a:r>
            <a:br>
              <a:rPr lang="en-IN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>✔ Real-world Mapping</a:t>
            </a:r>
            <a:br>
              <a:rPr lang="en-IN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>✔ Future Scalability</a:t>
            </a:r>
            <a:br>
              <a:rPr lang="en-IN" sz="2000" b="0" dirty="0">
                <a:latin typeface="+mn-lt"/>
              </a:rPr>
            </a:br>
            <a:endParaRPr lang="en-IN" sz="2000" dirty="0">
              <a:latin typeface="+mn-lt"/>
            </a:endParaRPr>
          </a:p>
          <a:p>
            <a:r>
              <a:rPr lang="en-IN" sz="2000" dirty="0">
                <a:latin typeface="+mn-lt"/>
              </a:rPr>
              <a:t>Core Classes</a:t>
            </a:r>
          </a:p>
          <a:p>
            <a:r>
              <a:rPr lang="en-IN" sz="2000" b="0" dirty="0">
                <a:latin typeface="+mn-lt"/>
              </a:rPr>
              <a:t>Person (Base) → Customer, Agent</a:t>
            </a:r>
            <a:br>
              <a:rPr lang="en-IN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>Policy (Abstract) → LifePolicy, HealthPolicy, VehiclePolicy</a:t>
            </a:r>
            <a:br>
              <a:rPr lang="en-IN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>Others: Claim, Payment, InsuranceCompany</a:t>
            </a:r>
          </a:p>
          <a:p>
            <a:endParaRPr lang="en-IN" sz="20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0106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EF36B-38C4-ABCF-352E-FCEE4D595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6096000" cy="685800"/>
          </a:xfrm>
        </p:spPr>
        <p:txBody>
          <a:bodyPr/>
          <a:lstStyle/>
          <a:p>
            <a:r>
              <a:rPr lang="en-IN" sz="4000" dirty="0"/>
              <a:t>OOP Concepts Used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12C56-89ED-A87D-7F80-354727064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913447"/>
            <a:ext cx="8382000" cy="6401753"/>
          </a:xfrm>
        </p:spPr>
        <p:txBody>
          <a:bodyPr/>
          <a:lstStyle/>
          <a:p>
            <a:r>
              <a:rPr lang="en-IN" sz="2800" dirty="0">
                <a:latin typeface="+mn-lt"/>
              </a:rPr>
              <a:t>1. Encapsulation</a:t>
            </a:r>
          </a:p>
          <a:p>
            <a:pPr rtl="0"/>
            <a:endParaRPr lang="en-IN" sz="2400" b="0" dirty="0">
              <a:latin typeface="+mn-lt"/>
            </a:endParaRPr>
          </a:p>
          <a:p>
            <a:pPr rtl="0"/>
            <a:r>
              <a:rPr lang="en-IN" sz="2400" b="0" dirty="0">
                <a:latin typeface="+mn-lt"/>
              </a:rPr>
              <a:t>class Customer {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    private String name;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    private int age;</a:t>
            </a:r>
            <a:br>
              <a:rPr lang="en-IN" sz="2400" b="0" dirty="0">
                <a:latin typeface="+mn-lt"/>
              </a:rPr>
            </a:b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    public String </a:t>
            </a:r>
            <a:r>
              <a:rPr lang="en-IN" sz="2400" b="0" dirty="0" err="1">
                <a:latin typeface="+mn-lt"/>
              </a:rPr>
              <a:t>getName</a:t>
            </a:r>
            <a:r>
              <a:rPr lang="en-IN" sz="2400" b="0" dirty="0">
                <a:latin typeface="+mn-lt"/>
              </a:rPr>
              <a:t>() {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        return name;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    }</a:t>
            </a:r>
            <a:br>
              <a:rPr lang="en-IN" sz="2400" b="0" dirty="0">
                <a:latin typeface="+mn-lt"/>
              </a:rPr>
            </a:b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    public void </a:t>
            </a:r>
            <a:r>
              <a:rPr lang="en-IN" sz="2400" b="0" dirty="0" err="1">
                <a:latin typeface="+mn-lt"/>
              </a:rPr>
              <a:t>setName</a:t>
            </a:r>
            <a:r>
              <a:rPr lang="en-IN" sz="2400" b="0" dirty="0">
                <a:latin typeface="+mn-lt"/>
              </a:rPr>
              <a:t>(String name) {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        this.name = name;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    }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}</a:t>
            </a:r>
          </a:p>
          <a:p>
            <a:pPr rtl="0"/>
            <a:endParaRPr lang="en-IN" sz="2400" b="0" dirty="0">
              <a:highlight>
                <a:srgbClr val="FFFF00"/>
              </a:highlight>
              <a:latin typeface="+mn-lt"/>
            </a:endParaRPr>
          </a:p>
          <a:p>
            <a:r>
              <a:rPr lang="en-IN" sz="2400" b="0" dirty="0">
                <a:latin typeface="+mn-lt"/>
              </a:rPr>
              <a:t>✔ Data hiding</a:t>
            </a:r>
            <a:br>
              <a:rPr lang="en-IN" sz="2400" b="0" dirty="0">
                <a:latin typeface="+mn-lt"/>
              </a:rPr>
            </a:br>
            <a:r>
              <a:rPr lang="en-IN" sz="2400" b="0" dirty="0">
                <a:latin typeface="+mn-lt"/>
              </a:rPr>
              <a:t>✔ Secure access through getters/setters</a:t>
            </a:r>
          </a:p>
        </p:txBody>
      </p:sp>
    </p:spTree>
    <p:extLst>
      <p:ext uri="{BB962C8B-B14F-4D97-AF65-F5344CB8AC3E}">
        <p14:creationId xmlns:p14="http://schemas.microsoft.com/office/powerpoint/2010/main" val="3032912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76FBC-4042-4036-DED9-66917A02B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A857C-0C65-D941-58ED-5C8D23AB3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010721"/>
            <a:ext cx="8382000" cy="5293757"/>
          </a:xfrm>
        </p:spPr>
        <p:txBody>
          <a:bodyPr/>
          <a:lstStyle/>
          <a:p>
            <a:r>
              <a:rPr lang="en-IN" sz="3200" dirty="0">
                <a:latin typeface="+mn-lt"/>
              </a:rPr>
              <a:t>2. Inheritance</a:t>
            </a:r>
          </a:p>
          <a:p>
            <a:endParaRPr lang="en-IN" sz="2400" b="0" dirty="0">
              <a:latin typeface="+mn-lt"/>
            </a:endParaRPr>
          </a:p>
          <a:p>
            <a:pPr rtl="0"/>
            <a:r>
              <a:rPr lang="en-US" sz="2400" b="0" dirty="0">
                <a:latin typeface="+mn-lt"/>
              </a:rPr>
              <a:t>class Person {</a:t>
            </a:r>
          </a:p>
          <a:p>
            <a:pPr rtl="0"/>
            <a:r>
              <a:rPr lang="en-US" sz="2400" b="0" dirty="0">
                <a:latin typeface="+mn-lt"/>
              </a:rPr>
              <a:t>    protected String name;</a:t>
            </a:r>
          </a:p>
          <a:p>
            <a:pPr rtl="0"/>
            <a:r>
              <a:rPr lang="en-US" sz="2400" b="0" dirty="0">
                <a:latin typeface="+mn-lt"/>
              </a:rPr>
              <a:t>    protected String contact;</a:t>
            </a:r>
          </a:p>
          <a:p>
            <a:pPr rtl="0"/>
            <a:r>
              <a:rPr lang="en-US" sz="2400" b="0" dirty="0">
                <a:latin typeface="+mn-lt"/>
              </a:rPr>
              <a:t>}</a:t>
            </a:r>
          </a:p>
          <a:p>
            <a:pPr rtl="0"/>
            <a:endParaRPr lang="en-US" sz="2400" b="0" dirty="0">
              <a:latin typeface="+mn-lt"/>
            </a:endParaRPr>
          </a:p>
          <a:p>
            <a:pPr rtl="0"/>
            <a:r>
              <a:rPr lang="en-US" sz="2400" b="0" dirty="0">
                <a:latin typeface="+mn-lt"/>
              </a:rPr>
              <a:t>class Customer extends Person { }</a:t>
            </a:r>
          </a:p>
          <a:p>
            <a:pPr rtl="0"/>
            <a:r>
              <a:rPr lang="en-US" sz="2400" b="0" dirty="0">
                <a:latin typeface="+mn-lt"/>
              </a:rPr>
              <a:t>class Agent extends Person { }</a:t>
            </a:r>
          </a:p>
          <a:p>
            <a:pPr rtl="0"/>
            <a:endParaRPr lang="en-US" sz="2400" b="0" dirty="0">
              <a:latin typeface="+mn-lt"/>
            </a:endParaRPr>
          </a:p>
          <a:p>
            <a:pPr rtl="0"/>
            <a:endParaRPr lang="en-IN" sz="2400" b="0" dirty="0">
              <a:highlight>
                <a:srgbClr val="FFFF00"/>
              </a:highlight>
              <a:latin typeface="+mn-lt"/>
            </a:endParaRPr>
          </a:p>
          <a:p>
            <a:r>
              <a:rPr lang="en-IN" sz="2400" b="0" dirty="0">
                <a:latin typeface="+mn-lt"/>
                <a:cs typeface="Times New Roman" panose="02020603050405020304" pitchFamily="18" charset="0"/>
              </a:rPr>
              <a:t>✔ Code reuse</a:t>
            </a:r>
            <a:br>
              <a:rPr lang="en-IN" sz="2400" b="0" dirty="0">
                <a:latin typeface="+mn-lt"/>
                <a:cs typeface="Times New Roman" panose="02020603050405020304" pitchFamily="18" charset="0"/>
              </a:rPr>
            </a:br>
            <a:r>
              <a:rPr lang="en-IN" sz="2400" b="0" dirty="0">
                <a:latin typeface="+mn-lt"/>
                <a:cs typeface="Times New Roman" panose="02020603050405020304" pitchFamily="18" charset="0"/>
              </a:rPr>
              <a:t>✔ Common attributes shared</a:t>
            </a:r>
            <a:br>
              <a:rPr lang="en-IN" sz="2400" b="0" dirty="0">
                <a:latin typeface="+mn-lt"/>
              </a:rPr>
            </a:br>
            <a:endParaRPr lang="en-IN" sz="24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0109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49494-FD95-048B-8BFB-4AC48CCD5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0851B-47D7-EE7C-92DE-B5DBE7A98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457200"/>
            <a:ext cx="8382000" cy="6617196"/>
          </a:xfrm>
        </p:spPr>
        <p:txBody>
          <a:bodyPr/>
          <a:lstStyle/>
          <a:p>
            <a:r>
              <a:rPr lang="en-IN" sz="2800" dirty="0">
                <a:latin typeface="+mn-lt"/>
              </a:rPr>
              <a:t>3. Polymorphism</a:t>
            </a:r>
          </a:p>
          <a:p>
            <a:endParaRPr lang="en-IN" sz="2000" b="0" dirty="0">
              <a:latin typeface="+mn-lt"/>
            </a:endParaRPr>
          </a:p>
          <a:p>
            <a:pPr rtl="0"/>
            <a:r>
              <a:rPr lang="en-IN" sz="2000" b="0" dirty="0">
                <a:latin typeface="+mn-lt"/>
              </a:rPr>
              <a:t>abstract class Policy {</a:t>
            </a:r>
          </a:p>
          <a:p>
            <a:pPr rtl="0"/>
            <a:r>
              <a:rPr lang="en-IN" sz="2000" b="0" dirty="0">
                <a:latin typeface="+mn-lt"/>
              </a:rPr>
              <a:t>    abstract double </a:t>
            </a:r>
            <a:r>
              <a:rPr lang="en-IN" sz="2000" b="0" dirty="0" err="1">
                <a:latin typeface="+mn-lt"/>
              </a:rPr>
              <a:t>calculatePremium</a:t>
            </a:r>
            <a:r>
              <a:rPr lang="en-IN" sz="2000" b="0" dirty="0">
                <a:latin typeface="+mn-lt"/>
              </a:rPr>
              <a:t>();</a:t>
            </a:r>
          </a:p>
          <a:p>
            <a:pPr rtl="0"/>
            <a:r>
              <a:rPr lang="en-IN" sz="2000" b="0" dirty="0">
                <a:latin typeface="+mn-lt"/>
              </a:rPr>
              <a:t>}</a:t>
            </a:r>
          </a:p>
          <a:p>
            <a:pPr rtl="0"/>
            <a:endParaRPr lang="en-IN" sz="2000" b="0" dirty="0">
              <a:latin typeface="+mn-lt"/>
            </a:endParaRPr>
          </a:p>
          <a:p>
            <a:pPr rtl="0"/>
            <a:r>
              <a:rPr lang="en-IN" sz="2000" b="0" dirty="0">
                <a:latin typeface="+mn-lt"/>
              </a:rPr>
              <a:t>class LifePolicy extends Policy {</a:t>
            </a:r>
          </a:p>
          <a:p>
            <a:pPr rtl="0"/>
            <a:r>
              <a:rPr lang="en-IN" sz="2000" b="0" dirty="0">
                <a:latin typeface="+mn-lt"/>
              </a:rPr>
              <a:t>    double </a:t>
            </a:r>
            <a:r>
              <a:rPr lang="en-IN" sz="2000" b="0" dirty="0" err="1">
                <a:latin typeface="+mn-lt"/>
              </a:rPr>
              <a:t>calculatePremium</a:t>
            </a:r>
            <a:r>
              <a:rPr lang="en-IN" sz="2000" b="0" dirty="0">
                <a:latin typeface="+mn-lt"/>
              </a:rPr>
              <a:t>() {</a:t>
            </a:r>
          </a:p>
          <a:p>
            <a:pPr rtl="0"/>
            <a:r>
              <a:rPr lang="en-IN" sz="2000" b="0" dirty="0">
                <a:latin typeface="+mn-lt"/>
              </a:rPr>
              <a:t>        return </a:t>
            </a:r>
            <a:r>
              <a:rPr lang="en-IN" sz="2000" b="0" dirty="0" err="1">
                <a:latin typeface="+mn-lt"/>
              </a:rPr>
              <a:t>baseAmount</a:t>
            </a:r>
            <a:r>
              <a:rPr lang="en-IN" sz="2000" b="0" dirty="0">
                <a:latin typeface="+mn-lt"/>
              </a:rPr>
              <a:t> * 0.08;</a:t>
            </a:r>
          </a:p>
          <a:p>
            <a:pPr rtl="0"/>
            <a:r>
              <a:rPr lang="en-IN" sz="2000" b="0" dirty="0">
                <a:latin typeface="+mn-lt"/>
              </a:rPr>
              <a:t>    }</a:t>
            </a:r>
          </a:p>
          <a:p>
            <a:pPr rtl="0"/>
            <a:r>
              <a:rPr lang="en-IN" sz="2000" b="0" dirty="0">
                <a:latin typeface="+mn-lt"/>
              </a:rPr>
              <a:t>}</a:t>
            </a:r>
          </a:p>
          <a:p>
            <a:pPr rtl="0"/>
            <a:endParaRPr lang="en-IN" sz="2000" b="0" dirty="0">
              <a:latin typeface="+mn-lt"/>
            </a:endParaRPr>
          </a:p>
          <a:p>
            <a:pPr rtl="0"/>
            <a:r>
              <a:rPr lang="en-IN" sz="2000" b="0" dirty="0">
                <a:latin typeface="+mn-lt"/>
              </a:rPr>
              <a:t>class HealthPolicy extends Policy {</a:t>
            </a:r>
          </a:p>
          <a:p>
            <a:pPr rtl="0"/>
            <a:r>
              <a:rPr lang="en-IN" sz="2000" b="0" dirty="0">
                <a:latin typeface="+mn-lt"/>
              </a:rPr>
              <a:t>    double </a:t>
            </a:r>
            <a:r>
              <a:rPr lang="en-IN" sz="2000" b="0" dirty="0" err="1">
                <a:latin typeface="+mn-lt"/>
              </a:rPr>
              <a:t>calculatePremium</a:t>
            </a:r>
            <a:r>
              <a:rPr lang="en-IN" sz="2000" b="0" dirty="0">
                <a:latin typeface="+mn-lt"/>
              </a:rPr>
              <a:t>() {</a:t>
            </a:r>
          </a:p>
          <a:p>
            <a:pPr rtl="0"/>
            <a:r>
              <a:rPr lang="en-IN" sz="2000" b="0" dirty="0">
                <a:latin typeface="+mn-lt"/>
              </a:rPr>
              <a:t>        return </a:t>
            </a:r>
            <a:r>
              <a:rPr lang="en-IN" sz="2000" b="0" dirty="0" err="1">
                <a:latin typeface="+mn-lt"/>
              </a:rPr>
              <a:t>baseAmount</a:t>
            </a:r>
            <a:r>
              <a:rPr lang="en-IN" sz="2000" b="0" dirty="0">
                <a:latin typeface="+mn-lt"/>
              </a:rPr>
              <a:t> * 0.05;</a:t>
            </a:r>
          </a:p>
          <a:p>
            <a:pPr rtl="0"/>
            <a:r>
              <a:rPr lang="en-IN" sz="2000" b="0" dirty="0">
                <a:latin typeface="+mn-lt"/>
              </a:rPr>
              <a:t>    }</a:t>
            </a:r>
          </a:p>
          <a:p>
            <a:pPr rtl="0"/>
            <a:r>
              <a:rPr lang="en-IN" sz="2000" b="0" dirty="0">
                <a:latin typeface="+mn-lt"/>
              </a:rPr>
              <a:t>}</a:t>
            </a:r>
          </a:p>
          <a:p>
            <a:pPr rtl="0"/>
            <a:endParaRPr lang="en-IN" sz="2000" b="0" dirty="0">
              <a:latin typeface="+mn-lt"/>
            </a:endParaRPr>
          </a:p>
          <a:p>
            <a:pPr rtl="0"/>
            <a:r>
              <a:rPr lang="en-IN" sz="2000" b="0" dirty="0">
                <a:latin typeface="+mn-lt"/>
              </a:rPr>
              <a:t>✔ Different </a:t>
            </a:r>
            <a:r>
              <a:rPr lang="en-IN" sz="2000" b="0" dirty="0" err="1">
                <a:latin typeface="+mn-lt"/>
              </a:rPr>
              <a:t>behavior</a:t>
            </a:r>
            <a:r>
              <a:rPr lang="en-IN" sz="2000" b="0" dirty="0">
                <a:latin typeface="+mn-lt"/>
              </a:rPr>
              <a:t> for different policy types</a:t>
            </a:r>
            <a:br>
              <a:rPr lang="en-IN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>✔ Method overriding</a:t>
            </a:r>
            <a:br>
              <a:rPr lang="en-IN" sz="2000" b="0" dirty="0">
                <a:latin typeface="+mn-lt"/>
              </a:rPr>
            </a:br>
            <a:endParaRPr lang="en-IN" sz="20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02644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A5E6-97ED-BAF6-6DF5-EAA93ACAC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1FAB1-15B5-C9FF-5D66-81B74DA06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856833"/>
            <a:ext cx="8382000" cy="5601533"/>
          </a:xfrm>
        </p:spPr>
        <p:txBody>
          <a:bodyPr/>
          <a:lstStyle/>
          <a:p>
            <a:r>
              <a:rPr lang="en-IN" sz="3200" dirty="0">
                <a:latin typeface="+mn-lt"/>
              </a:rPr>
              <a:t>4. Abstraction</a:t>
            </a:r>
          </a:p>
          <a:p>
            <a:endParaRPr lang="en-IN" sz="2000" b="0" dirty="0">
              <a:latin typeface="+mn-lt"/>
            </a:endParaRPr>
          </a:p>
          <a:p>
            <a:pPr rtl="0"/>
            <a:r>
              <a:rPr lang="en-US" sz="2000" b="0" dirty="0">
                <a:latin typeface="+mn-lt"/>
              </a:rPr>
              <a:t>abstract class Policy {</a:t>
            </a:r>
          </a:p>
          <a:p>
            <a:pPr rtl="0"/>
            <a:r>
              <a:rPr lang="en-US" sz="2000" b="0" dirty="0">
                <a:latin typeface="+mn-lt"/>
              </a:rPr>
              <a:t>    abstract double </a:t>
            </a:r>
            <a:r>
              <a:rPr lang="en-US" sz="2000" b="0" dirty="0" err="1">
                <a:latin typeface="+mn-lt"/>
              </a:rPr>
              <a:t>calculatePremium</a:t>
            </a:r>
            <a:r>
              <a:rPr lang="en-US" sz="2000" b="0" dirty="0">
                <a:latin typeface="+mn-lt"/>
              </a:rPr>
              <a:t>();</a:t>
            </a:r>
          </a:p>
          <a:p>
            <a:pPr rtl="0"/>
            <a:r>
              <a:rPr lang="en-US" sz="2000" b="0" dirty="0">
                <a:latin typeface="+mn-lt"/>
              </a:rPr>
              <a:t>}</a:t>
            </a:r>
          </a:p>
          <a:p>
            <a:pPr rtl="0"/>
            <a:endParaRPr lang="en-IN" sz="2000" b="0" dirty="0">
              <a:latin typeface="+mn-lt"/>
            </a:endParaRPr>
          </a:p>
          <a:p>
            <a:pPr rtl="0"/>
            <a:r>
              <a:rPr lang="en-US" sz="2000" b="0" dirty="0">
                <a:latin typeface="+mn-lt"/>
              </a:rPr>
              <a:t>✔ Hides internal premium logic</a:t>
            </a:r>
            <a:br>
              <a:rPr lang="en-US" sz="2000" b="0" dirty="0">
                <a:latin typeface="+mn-lt"/>
              </a:rPr>
            </a:br>
            <a:r>
              <a:rPr lang="en-US" sz="2000" b="0" dirty="0">
                <a:latin typeface="+mn-lt"/>
              </a:rPr>
              <a:t>✔ Exposes only essential method</a:t>
            </a:r>
          </a:p>
          <a:p>
            <a:pPr rtl="0"/>
            <a:endParaRPr lang="en-US" sz="2000" b="0" dirty="0">
              <a:latin typeface="+mn-lt"/>
            </a:endParaRPr>
          </a:p>
          <a:p>
            <a:pPr rtl="0"/>
            <a:r>
              <a:rPr lang="en-IN" sz="3200" dirty="0">
                <a:latin typeface="+mn-lt"/>
              </a:rPr>
              <a:t>5. Interface</a:t>
            </a:r>
            <a:br>
              <a:rPr lang="en-IN" sz="2000" b="0" dirty="0">
                <a:latin typeface="+mn-lt"/>
              </a:rPr>
            </a:br>
            <a:endParaRPr lang="en-IN" sz="2000" b="0" dirty="0">
              <a:latin typeface="+mn-lt"/>
            </a:endParaRPr>
          </a:p>
          <a:p>
            <a:pPr rtl="0"/>
            <a:r>
              <a:rPr lang="en-US" sz="2000" b="0" dirty="0">
                <a:latin typeface="+mn-lt"/>
              </a:rPr>
              <a:t>interface </a:t>
            </a:r>
            <a:r>
              <a:rPr lang="en-US" sz="2000" b="0" dirty="0" err="1">
                <a:latin typeface="+mn-lt"/>
              </a:rPr>
              <a:t>PaymentGateway</a:t>
            </a:r>
            <a:r>
              <a:rPr lang="en-US" sz="2000" b="0" dirty="0">
                <a:latin typeface="+mn-lt"/>
              </a:rPr>
              <a:t> {</a:t>
            </a:r>
          </a:p>
          <a:p>
            <a:pPr rtl="0"/>
            <a:r>
              <a:rPr lang="en-US" sz="2000" b="0" dirty="0">
                <a:latin typeface="+mn-lt"/>
              </a:rPr>
              <a:t>    void </a:t>
            </a:r>
            <a:r>
              <a:rPr lang="en-US" sz="2000" b="0" dirty="0" err="1">
                <a:latin typeface="+mn-lt"/>
              </a:rPr>
              <a:t>processPayment</a:t>
            </a:r>
            <a:r>
              <a:rPr lang="en-US" sz="2000" b="0" dirty="0">
                <a:latin typeface="+mn-lt"/>
              </a:rPr>
              <a:t>(double amount);</a:t>
            </a:r>
          </a:p>
          <a:p>
            <a:pPr rtl="0"/>
            <a:r>
              <a:rPr lang="en-US" sz="2000" b="0" dirty="0">
                <a:latin typeface="+mn-lt"/>
              </a:rPr>
              <a:t>}</a:t>
            </a:r>
          </a:p>
          <a:p>
            <a:pPr rtl="0"/>
            <a:endParaRPr lang="en-US" sz="2000" b="0" dirty="0">
              <a:latin typeface="+mn-lt"/>
            </a:endParaRPr>
          </a:p>
          <a:p>
            <a:pPr rtl="0"/>
            <a:r>
              <a:rPr lang="en-IN" sz="2000" b="0" dirty="0">
                <a:latin typeface="+mn-lt"/>
              </a:rPr>
              <a:t>✔ Enables flexible payment methods</a:t>
            </a:r>
            <a:br>
              <a:rPr lang="en-IN" sz="2000" b="0" dirty="0">
                <a:latin typeface="+mn-lt"/>
              </a:rPr>
            </a:br>
            <a:r>
              <a:rPr lang="en-IN" sz="2000" b="0" dirty="0">
                <a:latin typeface="+mn-lt"/>
              </a:rPr>
              <a:t>✔ Supports multiple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954421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B80AF-C985-8D99-3D62-427E0812D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44345-E79E-8703-2920-AB008B9D4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28" y="228600"/>
            <a:ext cx="7488072" cy="553998"/>
          </a:xfrm>
        </p:spPr>
        <p:txBody>
          <a:bodyPr/>
          <a:lstStyle/>
          <a:p>
            <a:r>
              <a:rPr lang="en-IN" sz="3600" dirty="0"/>
              <a:t>Methodology / Development Plan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70187B4-DF0C-8C10-E14A-D357497394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0528" y="914400"/>
            <a:ext cx="8686799" cy="581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800" dirty="0">
                <a:latin typeface="+mn-lt"/>
                <a:cs typeface="Times New Roman" panose="02020603050405020304" pitchFamily="18" charset="0"/>
              </a:rPr>
              <a:t>Development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>
                <a:latin typeface="+mn-lt"/>
                <a:cs typeface="Times New Roman" panose="02020603050405020304" pitchFamily="18" charset="0"/>
              </a:rPr>
              <a:t>Modular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>
                <a:latin typeface="+mn-lt"/>
                <a:cs typeface="Times New Roman" panose="02020603050405020304" pitchFamily="18" charset="0"/>
              </a:rPr>
              <a:t>Incremental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>
                <a:latin typeface="+mn-lt"/>
                <a:cs typeface="Times New Roman" panose="02020603050405020304" pitchFamily="18" charset="0"/>
              </a:rPr>
              <a:t>OOP-first architecture</a:t>
            </a:r>
          </a:p>
          <a:p>
            <a:endParaRPr lang="en-IN" sz="2000" b="0" dirty="0">
              <a:latin typeface="+mn-lt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+mn-lt"/>
                <a:cs typeface="Times New Roman" panose="02020603050405020304" pitchFamily="18" charset="0"/>
              </a:rPr>
              <a:t>Tools &amp; Technologies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>
                <a:latin typeface="+mn-lt"/>
                <a:cs typeface="Times New Roman" panose="02020603050405020304" pitchFamily="18" charset="0"/>
              </a:rPr>
              <a:t>Java (Core Java)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>
                <a:latin typeface="+mn-lt"/>
                <a:cs typeface="Times New Roman" panose="02020603050405020304" pitchFamily="18" charset="0"/>
              </a:rPr>
              <a:t>OOP Concepts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>
                <a:latin typeface="+mn-lt"/>
                <a:cs typeface="Times New Roman" panose="02020603050405020304" pitchFamily="18" charset="0"/>
              </a:rPr>
              <a:t>Future: MySQL + JDBC</a:t>
            </a:r>
          </a:p>
          <a:p>
            <a:endParaRPr lang="en-IN" sz="2000" b="0" dirty="0">
              <a:latin typeface="+mn-lt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+mn-lt"/>
                <a:cs typeface="Times New Roman" panose="02020603050405020304" pitchFamily="18" charset="0"/>
              </a:rPr>
              <a:t>IDE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>
                <a:latin typeface="+mn-lt"/>
                <a:cs typeface="Times New Roman" panose="02020603050405020304" pitchFamily="18" charset="0"/>
              </a:rPr>
              <a:t>IntelliJ IDEA / Eclipse</a:t>
            </a:r>
          </a:p>
          <a:p>
            <a:endParaRPr lang="en-IN" sz="2000" b="0" dirty="0">
              <a:latin typeface="+mn-lt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+mn-lt"/>
                <a:cs typeface="Times New Roman" panose="02020603050405020304" pitchFamily="18" charset="0"/>
              </a:rPr>
              <a:t>Version Control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>
                <a:latin typeface="+mn-lt"/>
                <a:cs typeface="Times New Roman" panose="02020603050405020304" pitchFamily="18" charset="0"/>
              </a:rPr>
              <a:t>GitHub Repository created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>
                <a:latin typeface="+mn-lt"/>
                <a:cs typeface="Times New Roman" panose="02020603050405020304" pitchFamily="18" charset="0"/>
              </a:rPr>
              <a:t>All group members added as contributors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dirty="0">
                <a:latin typeface="+mn-lt"/>
                <a:cs typeface="Times New Roman" panose="02020603050405020304" pitchFamily="18" charset="0"/>
              </a:rPr>
              <a:t>Version tracking and collaboration maintained</a:t>
            </a:r>
          </a:p>
        </p:txBody>
      </p:sp>
    </p:spTree>
    <p:extLst>
      <p:ext uri="{BB962C8B-B14F-4D97-AF65-F5344CB8AC3E}">
        <p14:creationId xmlns:p14="http://schemas.microsoft.com/office/powerpoint/2010/main" val="935414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0E70F-B669-1809-9707-A1795B1AA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440C4-C3C9-FA07-A84B-6C85C815A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28" y="228600"/>
            <a:ext cx="7488072" cy="553998"/>
          </a:xfrm>
        </p:spPr>
        <p:txBody>
          <a:bodyPr/>
          <a:lstStyle/>
          <a:p>
            <a:r>
              <a:rPr lang="en-IN" sz="3600" dirty="0"/>
              <a:t>Module Breakdown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1FF31A8-669E-6AA5-B764-6343AC3DB6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0528" y="1371600"/>
            <a:ext cx="868679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  <a:cs typeface="Times New Roman" panose="02020603050405020304" pitchFamily="18" charset="0"/>
              </a:rPr>
              <a:t>Module 1 – Customer Management</a:t>
            </a:r>
          </a:p>
          <a:p>
            <a:r>
              <a:rPr lang="en-IN" sz="2400" dirty="0">
                <a:latin typeface="+mn-lt"/>
                <a:cs typeface="Times New Roman" panose="02020603050405020304" pitchFamily="18" charset="0"/>
              </a:rPr>
              <a:t>Add, update, delete customers</a:t>
            </a:r>
          </a:p>
          <a:p>
            <a:endParaRPr lang="en-IN" sz="2400" dirty="0">
              <a:latin typeface="+mn-lt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  <a:cs typeface="Times New Roman" panose="02020603050405020304" pitchFamily="18" charset="0"/>
              </a:rPr>
              <a:t>Module 2 – Policy Management</a:t>
            </a:r>
          </a:p>
          <a:p>
            <a:r>
              <a:rPr lang="en-IN" sz="2400" dirty="0">
                <a:latin typeface="+mn-lt"/>
                <a:cs typeface="Times New Roman" panose="02020603050405020304" pitchFamily="18" charset="0"/>
              </a:rPr>
              <a:t>Issue and manage policies</a:t>
            </a:r>
          </a:p>
          <a:p>
            <a:endParaRPr lang="en-IN" sz="2400" dirty="0">
              <a:latin typeface="+mn-lt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  <a:cs typeface="Times New Roman" panose="02020603050405020304" pitchFamily="18" charset="0"/>
              </a:rPr>
              <a:t>Module 3 – Claim Processing</a:t>
            </a:r>
          </a:p>
          <a:p>
            <a:r>
              <a:rPr lang="en-IN" sz="2400" dirty="0">
                <a:latin typeface="+mn-lt"/>
                <a:cs typeface="Times New Roman" panose="02020603050405020304" pitchFamily="18" charset="0"/>
              </a:rPr>
              <a:t>Claim request, verification, approval</a:t>
            </a:r>
          </a:p>
          <a:p>
            <a:endParaRPr lang="en-IN" sz="2400" dirty="0">
              <a:latin typeface="+mn-lt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  <a:cs typeface="Times New Roman" panose="02020603050405020304" pitchFamily="18" charset="0"/>
              </a:rPr>
              <a:t>Module 4 – Payment Management</a:t>
            </a:r>
          </a:p>
          <a:p>
            <a:r>
              <a:rPr lang="en-IN" sz="2400" dirty="0">
                <a:latin typeface="+mn-lt"/>
                <a:cs typeface="Times New Roman" panose="02020603050405020304" pitchFamily="18" charset="0"/>
              </a:rPr>
              <a:t>Premium payment processing</a:t>
            </a:r>
          </a:p>
          <a:p>
            <a:endParaRPr lang="en-IN" sz="2400" dirty="0">
              <a:latin typeface="+mn-lt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  <a:cs typeface="Times New Roman" panose="02020603050405020304" pitchFamily="18" charset="0"/>
              </a:rPr>
              <a:t>Module 5 – Reports &amp; Analytics</a:t>
            </a:r>
          </a:p>
          <a:p>
            <a:r>
              <a:rPr lang="en-IN" sz="2400" dirty="0">
                <a:latin typeface="+mn-lt"/>
                <a:cs typeface="Times New Roman" panose="02020603050405020304" pitchFamily="18" charset="0"/>
              </a:rPr>
              <a:t>Revenue, active policies, pending claims</a:t>
            </a:r>
          </a:p>
        </p:txBody>
      </p:sp>
    </p:spTree>
    <p:extLst>
      <p:ext uri="{BB962C8B-B14F-4D97-AF65-F5344CB8AC3E}">
        <p14:creationId xmlns:p14="http://schemas.microsoft.com/office/powerpoint/2010/main" val="797016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8F1CF-8A8C-F283-B659-D531802BD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9BE62-6BAB-851D-D2A7-C2E2337D2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28" y="228600"/>
            <a:ext cx="7488072" cy="553998"/>
          </a:xfrm>
        </p:spPr>
        <p:txBody>
          <a:bodyPr/>
          <a:lstStyle/>
          <a:p>
            <a:r>
              <a:rPr lang="en-IN" sz="3600" dirty="0"/>
              <a:t>Timeline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3B86DF8-999C-D363-9792-862971695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0528" y="1556266"/>
            <a:ext cx="8686799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>
                <a:latin typeface="+mn-lt"/>
                <a:cs typeface="Times New Roman" panose="02020603050405020304" pitchFamily="18" charset="0"/>
              </a:rPr>
              <a:t>Phase 1 – OOP Design</a:t>
            </a:r>
          </a:p>
          <a:p>
            <a:r>
              <a:rPr lang="en-IN" sz="2400" b="0" dirty="0">
                <a:latin typeface="+mn-lt"/>
                <a:cs typeface="Times New Roman" panose="02020603050405020304" pitchFamily="18" charset="0"/>
              </a:rPr>
              <a:t>✔ Class diagram</a:t>
            </a:r>
            <a:br>
              <a:rPr lang="en-IN" sz="2400" b="0" dirty="0">
                <a:latin typeface="+mn-lt"/>
                <a:cs typeface="Times New Roman" panose="02020603050405020304" pitchFamily="18" charset="0"/>
              </a:rPr>
            </a:br>
            <a:r>
              <a:rPr lang="en-IN" sz="2400" b="0" dirty="0">
                <a:latin typeface="+mn-lt"/>
                <a:cs typeface="Times New Roman" panose="02020603050405020304" pitchFamily="18" charset="0"/>
              </a:rPr>
              <a:t>✔ Core structure</a:t>
            </a:r>
            <a:br>
              <a:rPr lang="en-IN" sz="2400" b="0" dirty="0">
                <a:latin typeface="+mn-lt"/>
                <a:cs typeface="Times New Roman" panose="02020603050405020304" pitchFamily="18" charset="0"/>
              </a:rPr>
            </a:br>
            <a:r>
              <a:rPr lang="en-IN" sz="2400" b="0" dirty="0">
                <a:latin typeface="+mn-lt"/>
                <a:cs typeface="Times New Roman" panose="02020603050405020304" pitchFamily="18" charset="0"/>
              </a:rPr>
              <a:t>✔ Basic implementation</a:t>
            </a:r>
          </a:p>
          <a:p>
            <a:endParaRPr lang="en-IN" sz="2400" b="0" dirty="0">
              <a:latin typeface="+mn-lt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+mn-lt"/>
                <a:cs typeface="Times New Roman" panose="02020603050405020304" pitchFamily="18" charset="0"/>
              </a:rPr>
              <a:t>Phase 2 – Feature Implementation</a:t>
            </a:r>
          </a:p>
          <a:p>
            <a:pPr marL="514350" indent="-514350">
              <a:buFont typeface="+mj-lt"/>
              <a:buAutoNum type="romanLcPeriod"/>
            </a:pPr>
            <a:r>
              <a:rPr lang="en-IN" sz="2400" b="0" dirty="0">
                <a:latin typeface="+mn-lt"/>
                <a:cs typeface="Times New Roman" panose="02020603050405020304" pitchFamily="18" charset="0"/>
              </a:rPr>
              <a:t>Claim logic</a:t>
            </a:r>
          </a:p>
          <a:p>
            <a:pPr marL="514350" indent="-514350">
              <a:buFont typeface="+mj-lt"/>
              <a:buAutoNum type="romanLcPeriod"/>
            </a:pPr>
            <a:r>
              <a:rPr lang="en-IN" sz="2400" b="0" dirty="0">
                <a:latin typeface="+mn-lt"/>
                <a:cs typeface="Times New Roman" panose="02020603050405020304" pitchFamily="18" charset="0"/>
              </a:rPr>
              <a:t>Payment tracking</a:t>
            </a:r>
          </a:p>
          <a:p>
            <a:pPr marL="514350" indent="-514350">
              <a:buFont typeface="+mj-lt"/>
              <a:buAutoNum type="romanLcPeriod"/>
            </a:pPr>
            <a:r>
              <a:rPr lang="en-IN" sz="2400" b="0" dirty="0">
                <a:latin typeface="+mn-lt"/>
                <a:cs typeface="Times New Roman" panose="02020603050405020304" pitchFamily="18" charset="0"/>
              </a:rPr>
              <a:t>Report generation</a:t>
            </a:r>
          </a:p>
          <a:p>
            <a:endParaRPr lang="en-IN" sz="2400" b="0" dirty="0">
              <a:latin typeface="+mn-lt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+mn-lt"/>
                <a:cs typeface="Times New Roman" panose="02020603050405020304" pitchFamily="18" charset="0"/>
              </a:rPr>
              <a:t>Phase 3 – Future Scope</a:t>
            </a:r>
          </a:p>
          <a:p>
            <a:pPr marL="514350" indent="-514350">
              <a:buFont typeface="+mj-lt"/>
              <a:buAutoNum type="romanLcPeriod"/>
            </a:pPr>
            <a:r>
              <a:rPr lang="en-IN" sz="2400" b="0" dirty="0">
                <a:latin typeface="+mn-lt"/>
                <a:cs typeface="Times New Roman" panose="02020603050405020304" pitchFamily="18" charset="0"/>
              </a:rPr>
              <a:t>Database integration</a:t>
            </a:r>
          </a:p>
          <a:p>
            <a:pPr marL="514350" indent="-514350">
              <a:buFont typeface="+mj-lt"/>
              <a:buAutoNum type="romanLcPeriod"/>
            </a:pPr>
            <a:r>
              <a:rPr lang="en-IN" sz="2400" b="0" dirty="0">
                <a:latin typeface="+mn-lt"/>
                <a:cs typeface="Times New Roman" panose="02020603050405020304" pitchFamily="18" charset="0"/>
              </a:rPr>
              <a:t>GUI development</a:t>
            </a:r>
          </a:p>
        </p:txBody>
      </p:sp>
    </p:spTree>
    <p:extLst>
      <p:ext uri="{BB962C8B-B14F-4D97-AF65-F5344CB8AC3E}">
        <p14:creationId xmlns:p14="http://schemas.microsoft.com/office/powerpoint/2010/main" val="866975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21C96-6A81-3F3A-C5EC-0214976D8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BB53F-F44C-6EBB-CC80-378C18C3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28" y="228600"/>
            <a:ext cx="7488072" cy="553998"/>
          </a:xfrm>
        </p:spPr>
        <p:txBody>
          <a:bodyPr/>
          <a:lstStyle/>
          <a:p>
            <a:r>
              <a:rPr lang="en-IN" sz="3600" dirty="0"/>
              <a:t>Conclusion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2924BE8-9305-E47A-D5BB-7303FBCF58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0528" y="1447800"/>
            <a:ext cx="868679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0" dirty="0">
                <a:latin typeface="+mn-lt"/>
                <a:cs typeface="Times New Roman" panose="02020603050405020304" pitchFamily="18" charset="0"/>
              </a:rPr>
              <a:t>InsureTech Pro successfully demonstrates:</a:t>
            </a:r>
          </a:p>
          <a:p>
            <a:endParaRPr lang="en-US" sz="2400" b="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2400" b="0" dirty="0">
                <a:latin typeface="+mn-lt"/>
                <a:cs typeface="Times New Roman" panose="02020603050405020304" pitchFamily="18" charset="0"/>
              </a:rPr>
              <a:t>✔ Clear and well-defined problem statement</a:t>
            </a:r>
            <a:br>
              <a:rPr lang="en-US" sz="2400" b="0" dirty="0">
                <a:latin typeface="+mn-lt"/>
                <a:cs typeface="Times New Roman" panose="02020603050405020304" pitchFamily="18" charset="0"/>
              </a:rPr>
            </a:br>
            <a:r>
              <a:rPr lang="en-US" sz="2400" b="0" dirty="0">
                <a:latin typeface="+mn-lt"/>
                <a:cs typeface="Times New Roman" panose="02020603050405020304" pitchFamily="18" charset="0"/>
              </a:rPr>
              <a:t>✔ Strong implementation of OOP principles</a:t>
            </a:r>
            <a:br>
              <a:rPr lang="en-US" sz="2400" b="0" dirty="0">
                <a:latin typeface="+mn-lt"/>
                <a:cs typeface="Times New Roman" panose="02020603050405020304" pitchFamily="18" charset="0"/>
              </a:rPr>
            </a:br>
            <a:r>
              <a:rPr lang="en-US" sz="2400" b="0" dirty="0">
                <a:latin typeface="+mn-lt"/>
                <a:cs typeface="Times New Roman" panose="02020603050405020304" pitchFamily="18" charset="0"/>
              </a:rPr>
              <a:t>✔ Modular and scalable system design</a:t>
            </a:r>
            <a:br>
              <a:rPr lang="en-US" sz="2400" b="0" dirty="0">
                <a:latin typeface="+mn-lt"/>
                <a:cs typeface="Times New Roman" panose="02020603050405020304" pitchFamily="18" charset="0"/>
              </a:rPr>
            </a:br>
            <a:r>
              <a:rPr lang="en-US" sz="2400" b="0" dirty="0">
                <a:latin typeface="+mn-lt"/>
                <a:cs typeface="Times New Roman" panose="02020603050405020304" pitchFamily="18" charset="0"/>
              </a:rPr>
              <a:t>✔ Real-world insurance management simulation</a:t>
            </a:r>
            <a:br>
              <a:rPr lang="en-US" sz="2400" b="0" dirty="0">
                <a:latin typeface="+mn-lt"/>
                <a:cs typeface="Times New Roman" panose="02020603050405020304" pitchFamily="18" charset="0"/>
              </a:rPr>
            </a:br>
            <a:r>
              <a:rPr lang="en-US" sz="2400" b="0" dirty="0">
                <a:latin typeface="+mn-lt"/>
                <a:cs typeface="Times New Roman" panose="02020603050405020304" pitchFamily="18" charset="0"/>
              </a:rPr>
              <a:t>✔ Ready for database and web integration</a:t>
            </a:r>
          </a:p>
          <a:p>
            <a:endParaRPr lang="en-US" sz="2400" b="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2400" b="0" dirty="0">
                <a:latin typeface="+mn-lt"/>
                <a:cs typeface="Times New Roman" panose="02020603050405020304" pitchFamily="18" charset="0"/>
              </a:rPr>
              <a:t>The project effectively applies Object-Oriented Programming concepts to solve real-world insurance management challenges.</a:t>
            </a:r>
          </a:p>
        </p:txBody>
      </p:sp>
    </p:spTree>
    <p:extLst>
      <p:ext uri="{BB962C8B-B14F-4D97-AF65-F5344CB8AC3E}">
        <p14:creationId xmlns:p14="http://schemas.microsoft.com/office/powerpoint/2010/main" val="404304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2684</TotalTime>
  <Words>841</Words>
  <Application>Microsoft Office PowerPoint</Application>
  <PresentationFormat>Custom</PresentationFormat>
  <Paragraphs>204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Office Theme</vt:lpstr>
      <vt:lpstr>JAVA PROJECT  Semester : IV  Batch : 2024-28 AY 2026-2027</vt:lpstr>
      <vt:lpstr>Outline of the Presentation :</vt:lpstr>
      <vt:lpstr>Introduction</vt:lpstr>
      <vt:lpstr>PowerPoint Presentation</vt:lpstr>
      <vt:lpstr>Proposed Solution</vt:lpstr>
      <vt:lpstr>OOP Design Overview</vt:lpstr>
      <vt:lpstr>OOP Concepts Used</vt:lpstr>
      <vt:lpstr>PowerPoint Presentation</vt:lpstr>
      <vt:lpstr>PowerPoint Presentation</vt:lpstr>
      <vt:lpstr>PowerPoint Presentation</vt:lpstr>
      <vt:lpstr>Methodology / Development Plan</vt:lpstr>
      <vt:lpstr>Module Breakdown</vt:lpstr>
      <vt:lpstr>Timeline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DCDSL Project phase 2 Presentation_Template.pptx</dc:title>
  <dc:creator>Prisha.Rana Btech2024</dc:creator>
  <cp:keywords>DAG96uu1_3Q,BAGxEXPciGo,0</cp:keywords>
  <cp:lastModifiedBy>Priyansh Pandey</cp:lastModifiedBy>
  <cp:revision>13</cp:revision>
  <dcterms:created xsi:type="dcterms:W3CDTF">2026-01-11T12:29:18Z</dcterms:created>
  <dcterms:modified xsi:type="dcterms:W3CDTF">2026-02-26T16:15:40Z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2026-01-09T00:00:00Z</vt:filetime>
  </property>
  <property fmtid="{D5CDD505-2E9C-101B-9397-08002B2CF9AE}" pid="3" name="Creator">
    <vt:lpwstr>Canva</vt:lpwstr>
  </property>
  <property fmtid="{D5CDD505-2E9C-101B-9397-08002B2CF9AE}" pid="4" name="LastSaved">
    <vt:filetime>2026-01-11T00:00:00Z</vt:filetime>
  </property>
  <property fmtid="{D5CDD505-2E9C-101B-9397-08002B2CF9AE}" pid="5" name="Producer">
    <vt:lpwstr>Canva</vt:lpwstr>
  </property>
</Properties>
</file>